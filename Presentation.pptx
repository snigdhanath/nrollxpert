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84" r:id="rId7"/>
    <p:sldId id="281" r:id="rId8"/>
    <p:sldId id="287" r:id="rId9"/>
    <p:sldId id="282" r:id="rId10"/>
    <p:sldId id="286" r:id="rId11"/>
    <p:sldId id="285" r:id="rId12"/>
    <p:sldId id="258" r:id="rId13"/>
    <p:sldId id="259" r:id="rId14"/>
    <p:sldId id="260" r:id="rId15"/>
    <p:sldId id="261" r:id="rId16"/>
    <p:sldId id="291" r:id="rId17"/>
    <p:sldId id="289" r:id="rId18"/>
    <p:sldId id="283" r:id="rId19"/>
    <p:sldId id="290" r:id="rId20"/>
    <p:sldId id="276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AC9E3-88E1-F7EC-663E-7843331FC4CF}" v="109" dt="2024-01-12T16:50:13.557"/>
    <p1510:client id="{176D64BC-1F5E-3C7B-D894-313D95ECA1A6}" v="19" dt="2024-01-11T13:46:11.642"/>
    <p1510:client id="{2232DF19-D8AA-0387-A3ED-985677E5432C}" v="229" dt="2024-01-11T18:29:05.051"/>
    <p1510:client id="{290EA11D-BF59-7A7E-02A6-50D7C0369742}" v="23" dt="2024-01-11T15:32:23.720"/>
    <p1510:client id="{29C5C4EB-01FA-1D14-0068-9168FBB3D3B0}" v="408" dt="2024-01-12T06:18:38.836"/>
    <p1510:client id="{4DFE2955-271B-3C81-3233-4DE266B0213A}" v="4" dt="2024-01-11T13:38:27.768"/>
    <p1510:client id="{51BD0E56-7328-E14A-75FB-FA43349BBEEF}" v="17" dt="2024-01-12T08:46:30.767"/>
    <p1510:client id="{57C23899-1907-4F94-E2C8-1451C6AEA97C}" v="35" dt="2024-01-11T21:52:22.180"/>
    <p1510:client id="{72ED8E64-299E-70BA-8478-31B781B800F6}" v="3" dt="2024-01-12T07:19:57.352"/>
    <p1510:client id="{79306A7D-DE2A-577F-ED47-27147283606D}" v="1" dt="2024-01-12T10:27:27.551"/>
    <p1510:client id="{7FA6BAD6-6E5C-C97F-6D80-9163E51D6335}" v="11" dt="2024-01-10T21:54:16.954"/>
    <p1510:client id="{872C0F6D-2E48-1334-A04E-D3ECC44270E8}" v="56" dt="2024-01-10T22:23:48.737"/>
    <p1510:client id="{8E4C9E5A-B427-8AB4-4DA2-462734B57CDA}" v="68" dt="2024-01-12T10:02:35.714"/>
    <p1510:client id="{98D9E933-A6C7-4D1D-81B6-900568771A26}" v="415" dt="2024-01-12T04:41:22.697"/>
    <p1510:client id="{A18D7326-B401-4A47-A3D3-800CCF920568}" v="998" dt="2024-01-03T09:32:00.783"/>
    <p1510:client id="{B14115CE-43B6-97C2-E3CD-0E52EE153A70}" v="266" dt="2024-01-10T21:52:18.477"/>
    <p1510:client id="{B961631F-D552-C02B-C81D-6BF6421668F6}" v="6" dt="2024-01-12T11:11:34.791"/>
    <p1510:client id="{CB1872DD-DD70-65DA-4699-51D91C562D8F}" v="11" dt="2024-01-12T08:19:32.821"/>
    <p1510:client id="{CF42B645-054E-1C3F-6D73-DBD305961E0A}" v="1" dt="2024-01-12T07:21:20.125"/>
    <p1510:client id="{EA487A8D-5B02-E515-DD14-34887647914C}" v="208" dt="2024-01-12T17:15:12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D309D-1ED8-44C1-8458-FDA8252BFE7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E3342EE-C698-48C5-A62F-E46958C33AD3}">
      <dgm:prSet phldrT="[Text]"/>
      <dgm:spPr/>
      <dgm:t>
        <a:bodyPr/>
        <a:lstStyle/>
        <a:p>
          <a:r>
            <a:rPr lang="en-GB"/>
            <a:t>Testing Scope</a:t>
          </a:r>
          <a:endParaRPr lang="aa-ET"/>
        </a:p>
      </dgm:t>
    </dgm:pt>
    <dgm:pt modelId="{FD8477B4-3545-4799-BA57-9C63412EFB8B}" type="parTrans" cxnId="{B9EE0098-99C3-48EB-B659-86AE1AF838C1}">
      <dgm:prSet/>
      <dgm:spPr/>
      <dgm:t>
        <a:bodyPr/>
        <a:lstStyle/>
        <a:p>
          <a:endParaRPr lang="aa-ET"/>
        </a:p>
      </dgm:t>
    </dgm:pt>
    <dgm:pt modelId="{E2B448FF-71A4-4B69-9D14-3C5B1883C873}" type="sibTrans" cxnId="{B9EE0098-99C3-48EB-B659-86AE1AF838C1}">
      <dgm:prSet/>
      <dgm:spPr/>
      <dgm:t>
        <a:bodyPr/>
        <a:lstStyle/>
        <a:p>
          <a:endParaRPr lang="aa-ET"/>
        </a:p>
      </dgm:t>
    </dgm:pt>
    <dgm:pt modelId="{AE1CDDC7-84E1-4E37-807B-3BE33E9FB7BE}">
      <dgm:prSet phldrT="[Text]"/>
      <dgm:spPr/>
      <dgm:t>
        <a:bodyPr/>
        <a:lstStyle/>
        <a:p>
          <a:r>
            <a:rPr lang="en-GB"/>
            <a:t>Test Closure</a:t>
          </a:r>
          <a:endParaRPr lang="aa-ET"/>
        </a:p>
      </dgm:t>
    </dgm:pt>
    <dgm:pt modelId="{34A866ED-0EB7-47B3-9A0D-31D1485EF31E}" type="parTrans" cxnId="{23D57934-4014-4B9E-860D-6E0419EB07BA}">
      <dgm:prSet/>
      <dgm:spPr/>
      <dgm:t>
        <a:bodyPr/>
        <a:lstStyle/>
        <a:p>
          <a:endParaRPr lang="aa-ET"/>
        </a:p>
      </dgm:t>
    </dgm:pt>
    <dgm:pt modelId="{A6564067-039B-4A2C-8E38-65EE37DE4CC5}" type="sibTrans" cxnId="{23D57934-4014-4B9E-860D-6E0419EB07BA}">
      <dgm:prSet/>
      <dgm:spPr/>
      <dgm:t>
        <a:bodyPr/>
        <a:lstStyle/>
        <a:p>
          <a:endParaRPr lang="aa-ET"/>
        </a:p>
      </dgm:t>
    </dgm:pt>
    <dgm:pt modelId="{46533E89-9D0B-4968-80E2-A93B274776BE}">
      <dgm:prSet phldrT="[Text]"/>
      <dgm:spPr/>
      <dgm:t>
        <a:bodyPr/>
        <a:lstStyle/>
        <a:p>
          <a:r>
            <a:rPr lang="en-GB"/>
            <a:t>Test Planning</a:t>
          </a:r>
          <a:endParaRPr lang="aa-ET"/>
        </a:p>
      </dgm:t>
    </dgm:pt>
    <dgm:pt modelId="{3163F632-686E-423C-8B5B-44BC51F149C1}" type="parTrans" cxnId="{A3702DF4-CC35-45FF-A158-4BA0338F6B72}">
      <dgm:prSet/>
      <dgm:spPr/>
      <dgm:t>
        <a:bodyPr/>
        <a:lstStyle/>
        <a:p>
          <a:endParaRPr lang="aa-ET"/>
        </a:p>
      </dgm:t>
    </dgm:pt>
    <dgm:pt modelId="{A079CE7E-B2BC-48B9-825B-BD93E8D343D9}" type="sibTrans" cxnId="{A3702DF4-CC35-45FF-A158-4BA0338F6B72}">
      <dgm:prSet/>
      <dgm:spPr/>
      <dgm:t>
        <a:bodyPr/>
        <a:lstStyle/>
        <a:p>
          <a:endParaRPr lang="aa-ET"/>
        </a:p>
      </dgm:t>
    </dgm:pt>
    <dgm:pt modelId="{70F98590-9ED4-4448-AAF3-F526D4DA4B8D}">
      <dgm:prSet phldrT="[Text]"/>
      <dgm:spPr/>
      <dgm:t>
        <a:bodyPr/>
        <a:lstStyle/>
        <a:p>
          <a:r>
            <a:rPr lang="en-GB"/>
            <a:t>Test Preparation</a:t>
          </a:r>
          <a:endParaRPr lang="aa-ET"/>
        </a:p>
      </dgm:t>
    </dgm:pt>
    <dgm:pt modelId="{88D1C7BB-BE69-4D93-B368-A50AD8F01FD0}" type="parTrans" cxnId="{CA182810-8372-445B-81FB-79EF6A3D3DFF}">
      <dgm:prSet/>
      <dgm:spPr/>
      <dgm:t>
        <a:bodyPr/>
        <a:lstStyle/>
        <a:p>
          <a:endParaRPr lang="aa-ET"/>
        </a:p>
      </dgm:t>
    </dgm:pt>
    <dgm:pt modelId="{A8595045-3CED-4A5C-AC3A-03D92DC737D4}" type="sibTrans" cxnId="{CA182810-8372-445B-81FB-79EF6A3D3DFF}">
      <dgm:prSet/>
      <dgm:spPr/>
      <dgm:t>
        <a:bodyPr/>
        <a:lstStyle/>
        <a:p>
          <a:endParaRPr lang="aa-ET"/>
        </a:p>
      </dgm:t>
    </dgm:pt>
    <dgm:pt modelId="{0C7D188E-88D2-487F-A27A-3DB3863EB490}">
      <dgm:prSet phldrT="[Text]"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Test Execution</a:t>
          </a:r>
          <a:r>
            <a:rPr lang="en-GB"/>
            <a:t> and Defect Reporting</a:t>
          </a:r>
          <a:endParaRPr lang="aa-ET"/>
        </a:p>
      </dgm:t>
    </dgm:pt>
    <dgm:pt modelId="{9CCF79AF-A2BF-43D3-B6B5-FDE25AA6AC9B}" type="parTrans" cxnId="{AAFA3CCC-C633-4F82-8538-DC831D8720A2}">
      <dgm:prSet/>
      <dgm:spPr/>
      <dgm:t>
        <a:bodyPr/>
        <a:lstStyle/>
        <a:p>
          <a:endParaRPr lang="aa-ET"/>
        </a:p>
      </dgm:t>
    </dgm:pt>
    <dgm:pt modelId="{D40BFF27-0382-433D-A833-2858DF293626}" type="sibTrans" cxnId="{AAFA3CCC-C633-4F82-8538-DC831D8720A2}">
      <dgm:prSet/>
      <dgm:spPr/>
      <dgm:t>
        <a:bodyPr/>
        <a:lstStyle/>
        <a:p>
          <a:endParaRPr lang="aa-ET"/>
        </a:p>
      </dgm:t>
    </dgm:pt>
    <dgm:pt modelId="{C9DB46AA-2C49-4212-A37C-C7E27196FAFA}">
      <dgm:prSet phldrT="[Text]"/>
      <dgm:spPr/>
      <dgm:t>
        <a:bodyPr/>
        <a:lstStyle/>
        <a:p>
          <a:r>
            <a:rPr lang="en-GB"/>
            <a:t>Defect Closure Decision</a:t>
          </a:r>
          <a:endParaRPr lang="aa-ET"/>
        </a:p>
      </dgm:t>
    </dgm:pt>
    <dgm:pt modelId="{B56609F2-57B8-435B-AE0F-0CB753966AF2}" type="parTrans" cxnId="{7D4B86E9-4BB5-43B2-860B-109435781396}">
      <dgm:prSet/>
      <dgm:spPr/>
      <dgm:t>
        <a:bodyPr/>
        <a:lstStyle/>
        <a:p>
          <a:endParaRPr lang="aa-ET"/>
        </a:p>
      </dgm:t>
    </dgm:pt>
    <dgm:pt modelId="{A3A6EB4B-6324-4C94-B26C-89D739F82110}" type="sibTrans" cxnId="{7D4B86E9-4BB5-43B2-860B-109435781396}">
      <dgm:prSet/>
      <dgm:spPr/>
      <dgm:t>
        <a:bodyPr/>
        <a:lstStyle/>
        <a:p>
          <a:endParaRPr lang="aa-ET"/>
        </a:p>
      </dgm:t>
    </dgm:pt>
    <dgm:pt modelId="{985A82FF-D99B-4248-B418-54B95E35EA1B}">
      <dgm:prSet phldrT="[Text]"/>
      <dgm:spPr/>
      <dgm:t>
        <a:bodyPr/>
        <a:lstStyle/>
        <a:p>
          <a:r>
            <a:rPr lang="en-GB"/>
            <a:t>Defect Closure</a:t>
          </a:r>
          <a:endParaRPr lang="aa-ET"/>
        </a:p>
      </dgm:t>
    </dgm:pt>
    <dgm:pt modelId="{5559086E-D3EF-48AB-9C29-DAC6C6255B93}" type="parTrans" cxnId="{520FD0DB-7637-4F1A-82B0-243B5DB6B8FB}">
      <dgm:prSet/>
      <dgm:spPr/>
      <dgm:t>
        <a:bodyPr/>
        <a:lstStyle/>
        <a:p>
          <a:endParaRPr lang="aa-ET"/>
        </a:p>
      </dgm:t>
    </dgm:pt>
    <dgm:pt modelId="{DA20DF71-56C1-4C1B-A60F-60BB6EDC5F07}" type="sibTrans" cxnId="{520FD0DB-7637-4F1A-82B0-243B5DB6B8FB}">
      <dgm:prSet/>
      <dgm:spPr/>
      <dgm:t>
        <a:bodyPr/>
        <a:lstStyle/>
        <a:p>
          <a:endParaRPr lang="aa-ET"/>
        </a:p>
      </dgm:t>
    </dgm:pt>
    <dgm:pt modelId="{199240EE-E325-4B24-AAE4-1FC9A75E2E7E}" type="pres">
      <dgm:prSet presAssocID="{E99D309D-1ED8-44C1-8458-FDA8252BFE7C}" presName="Name0" presStyleCnt="0">
        <dgm:presLayoutVars>
          <dgm:dir/>
          <dgm:resizeHandles val="exact"/>
        </dgm:presLayoutVars>
      </dgm:prSet>
      <dgm:spPr/>
    </dgm:pt>
    <dgm:pt modelId="{8071D537-CF02-4F70-A2C3-28C9FEC2DDDA}" type="pres">
      <dgm:prSet presAssocID="{1E3342EE-C698-48C5-A62F-E46958C33AD3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22E44-CA70-43F9-96D5-4E4EB1793A06}" type="pres">
      <dgm:prSet presAssocID="{E2B448FF-71A4-4B69-9D14-3C5B1883C873}" presName="sibTrans" presStyleLbl="sibTrans2D1" presStyleIdx="0" presStyleCnt="6"/>
      <dgm:spPr/>
      <dgm:t>
        <a:bodyPr/>
        <a:lstStyle/>
        <a:p>
          <a:endParaRPr lang="en-US"/>
        </a:p>
      </dgm:t>
    </dgm:pt>
    <dgm:pt modelId="{B23623B5-1B58-4655-BA3E-12728015A6E7}" type="pres">
      <dgm:prSet presAssocID="{E2B448FF-71A4-4B69-9D14-3C5B1883C873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0909870E-1D66-4E00-A492-F670EC7E9409}" type="pres">
      <dgm:prSet presAssocID="{46533E89-9D0B-4968-80E2-A93B274776BE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472796-262A-409A-9808-773E752CF6B3}" type="pres">
      <dgm:prSet presAssocID="{A079CE7E-B2BC-48B9-825B-BD93E8D343D9}" presName="sibTrans" presStyleLbl="sibTrans2D1" presStyleIdx="1" presStyleCnt="6"/>
      <dgm:spPr/>
      <dgm:t>
        <a:bodyPr/>
        <a:lstStyle/>
        <a:p>
          <a:endParaRPr lang="en-US"/>
        </a:p>
      </dgm:t>
    </dgm:pt>
    <dgm:pt modelId="{5D62CB9B-98FE-40FA-B413-A59EC7FEEDE4}" type="pres">
      <dgm:prSet presAssocID="{A079CE7E-B2BC-48B9-825B-BD93E8D343D9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AE38D2BE-2ACC-4C6C-8CEB-C4AB6EC99D13}" type="pres">
      <dgm:prSet presAssocID="{70F98590-9ED4-4448-AAF3-F526D4DA4B8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EF6EF3-B489-456E-A89E-120F620B5193}" type="pres">
      <dgm:prSet presAssocID="{A8595045-3CED-4A5C-AC3A-03D92DC737D4}" presName="sibTrans" presStyleLbl="sibTrans2D1" presStyleIdx="2" presStyleCnt="6"/>
      <dgm:spPr/>
      <dgm:t>
        <a:bodyPr/>
        <a:lstStyle/>
        <a:p>
          <a:endParaRPr lang="en-US"/>
        </a:p>
      </dgm:t>
    </dgm:pt>
    <dgm:pt modelId="{7BA89075-C505-4294-8FD6-B70AD829D759}" type="pres">
      <dgm:prSet presAssocID="{A8595045-3CED-4A5C-AC3A-03D92DC737D4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51C3AD57-27DD-4956-B2F7-118482C15B16}" type="pres">
      <dgm:prSet presAssocID="{0C7D188E-88D2-487F-A27A-3DB3863EB490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238F26-4E90-4EC5-AE09-2514CD92CB5B}" type="pres">
      <dgm:prSet presAssocID="{D40BFF27-0382-433D-A833-2858DF293626}" presName="sibTrans" presStyleLbl="sibTrans2D1" presStyleIdx="3" presStyleCnt="6"/>
      <dgm:spPr/>
      <dgm:t>
        <a:bodyPr/>
        <a:lstStyle/>
        <a:p>
          <a:endParaRPr lang="en-US"/>
        </a:p>
      </dgm:t>
    </dgm:pt>
    <dgm:pt modelId="{C2906FEF-F5CC-4F8B-8C73-DC80FFBAE91D}" type="pres">
      <dgm:prSet presAssocID="{D40BFF27-0382-433D-A833-2858DF293626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F33F9878-321E-43D6-A9DF-79CEFCB30E3C}" type="pres">
      <dgm:prSet presAssocID="{C9DB46AA-2C49-4212-A37C-C7E27196FAFA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97FBB5-F8A5-4B7F-B1F3-545D934C50DC}" type="pres">
      <dgm:prSet presAssocID="{A3A6EB4B-6324-4C94-B26C-89D739F82110}" presName="sibTrans" presStyleLbl="sibTrans2D1" presStyleIdx="4" presStyleCnt="6"/>
      <dgm:spPr/>
      <dgm:t>
        <a:bodyPr/>
        <a:lstStyle/>
        <a:p>
          <a:endParaRPr lang="en-US"/>
        </a:p>
      </dgm:t>
    </dgm:pt>
    <dgm:pt modelId="{81596F88-C322-496D-BD1E-147984B7E184}" type="pres">
      <dgm:prSet presAssocID="{A3A6EB4B-6324-4C94-B26C-89D739F82110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DCEF1212-0D40-4572-874D-E1E99CA2BFB6}" type="pres">
      <dgm:prSet presAssocID="{985A82FF-D99B-4248-B418-54B95E35EA1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9711DA-F9DE-4D25-8EE5-576E8ABE3C52}" type="pres">
      <dgm:prSet presAssocID="{DA20DF71-56C1-4C1B-A60F-60BB6EDC5F07}" presName="sibTrans" presStyleLbl="sibTrans2D1" presStyleIdx="5" presStyleCnt="6"/>
      <dgm:spPr/>
      <dgm:t>
        <a:bodyPr/>
        <a:lstStyle/>
        <a:p>
          <a:endParaRPr lang="en-US"/>
        </a:p>
      </dgm:t>
    </dgm:pt>
    <dgm:pt modelId="{701B9707-3DCA-405F-A8BC-C295529289EE}" type="pres">
      <dgm:prSet presAssocID="{DA20DF71-56C1-4C1B-A60F-60BB6EDC5F07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B45AD233-4EEE-4494-A3AF-A4D597E054DE}" type="pres">
      <dgm:prSet presAssocID="{AE1CDDC7-84E1-4E37-807B-3BE33E9FB7BE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6E7684-5F20-4DE6-9113-F910D4F1B202}" type="presOf" srcId="{A3A6EB4B-6324-4C94-B26C-89D739F82110}" destId="{EF97FBB5-F8A5-4B7F-B1F3-545D934C50DC}" srcOrd="0" destOrd="0" presId="urn:microsoft.com/office/officeart/2005/8/layout/process1"/>
    <dgm:cxn modelId="{D7C8EAEB-68C4-478B-BA55-A4D73D8047B6}" type="presOf" srcId="{E2B448FF-71A4-4B69-9D14-3C5B1883C873}" destId="{B23623B5-1B58-4655-BA3E-12728015A6E7}" srcOrd="1" destOrd="0" presId="urn:microsoft.com/office/officeart/2005/8/layout/process1"/>
    <dgm:cxn modelId="{6D9CFFAF-7D78-4A16-B5D2-8846CF24DB02}" type="presOf" srcId="{C9DB46AA-2C49-4212-A37C-C7E27196FAFA}" destId="{F33F9878-321E-43D6-A9DF-79CEFCB30E3C}" srcOrd="0" destOrd="0" presId="urn:microsoft.com/office/officeart/2005/8/layout/process1"/>
    <dgm:cxn modelId="{A1236A13-A4A8-4AD5-AD4B-32811477A448}" type="presOf" srcId="{D40BFF27-0382-433D-A833-2858DF293626}" destId="{EB238F26-4E90-4EC5-AE09-2514CD92CB5B}" srcOrd="0" destOrd="0" presId="urn:microsoft.com/office/officeart/2005/8/layout/process1"/>
    <dgm:cxn modelId="{2FCF9677-5012-4519-B3C5-1E882855926E}" type="presOf" srcId="{A079CE7E-B2BC-48B9-825B-BD93E8D343D9}" destId="{39472796-262A-409A-9808-773E752CF6B3}" srcOrd="0" destOrd="0" presId="urn:microsoft.com/office/officeart/2005/8/layout/process1"/>
    <dgm:cxn modelId="{A0F28A28-07F5-48A7-A48F-D9A64817F0C4}" type="presOf" srcId="{A079CE7E-B2BC-48B9-825B-BD93E8D343D9}" destId="{5D62CB9B-98FE-40FA-B413-A59EC7FEEDE4}" srcOrd="1" destOrd="0" presId="urn:microsoft.com/office/officeart/2005/8/layout/process1"/>
    <dgm:cxn modelId="{09DF276E-DAB4-4F0B-8617-260204482EF4}" type="presOf" srcId="{AE1CDDC7-84E1-4E37-807B-3BE33E9FB7BE}" destId="{B45AD233-4EEE-4494-A3AF-A4D597E054DE}" srcOrd="0" destOrd="0" presId="urn:microsoft.com/office/officeart/2005/8/layout/process1"/>
    <dgm:cxn modelId="{A679B2E8-276E-4942-B68E-8D4721780FD5}" type="presOf" srcId="{DA20DF71-56C1-4C1B-A60F-60BB6EDC5F07}" destId="{A59711DA-F9DE-4D25-8EE5-576E8ABE3C52}" srcOrd="0" destOrd="0" presId="urn:microsoft.com/office/officeart/2005/8/layout/process1"/>
    <dgm:cxn modelId="{AAFA3CCC-C633-4F82-8538-DC831D8720A2}" srcId="{E99D309D-1ED8-44C1-8458-FDA8252BFE7C}" destId="{0C7D188E-88D2-487F-A27A-3DB3863EB490}" srcOrd="3" destOrd="0" parTransId="{9CCF79AF-A2BF-43D3-B6B5-FDE25AA6AC9B}" sibTransId="{D40BFF27-0382-433D-A833-2858DF293626}"/>
    <dgm:cxn modelId="{0401DA9E-E913-4A54-B95E-CCF4E82E0F47}" type="presOf" srcId="{70F98590-9ED4-4448-AAF3-F526D4DA4B8D}" destId="{AE38D2BE-2ACC-4C6C-8CEB-C4AB6EC99D13}" srcOrd="0" destOrd="0" presId="urn:microsoft.com/office/officeart/2005/8/layout/process1"/>
    <dgm:cxn modelId="{E434810B-6287-4F03-BFDB-7D5B7B0E5BCA}" type="presOf" srcId="{1E3342EE-C698-48C5-A62F-E46958C33AD3}" destId="{8071D537-CF02-4F70-A2C3-28C9FEC2DDDA}" srcOrd="0" destOrd="0" presId="urn:microsoft.com/office/officeart/2005/8/layout/process1"/>
    <dgm:cxn modelId="{A11E04E4-539A-4112-B1A3-1F47DE1FC526}" type="presOf" srcId="{A3A6EB4B-6324-4C94-B26C-89D739F82110}" destId="{81596F88-C322-496D-BD1E-147984B7E184}" srcOrd="1" destOrd="0" presId="urn:microsoft.com/office/officeart/2005/8/layout/process1"/>
    <dgm:cxn modelId="{1B40E4E8-D690-4BA7-9430-1523FD503463}" type="presOf" srcId="{46533E89-9D0B-4968-80E2-A93B274776BE}" destId="{0909870E-1D66-4E00-A492-F670EC7E9409}" srcOrd="0" destOrd="0" presId="urn:microsoft.com/office/officeart/2005/8/layout/process1"/>
    <dgm:cxn modelId="{61CF08DF-D501-44B4-ACB9-93E979DA35E2}" type="presOf" srcId="{0C7D188E-88D2-487F-A27A-3DB3863EB490}" destId="{51C3AD57-27DD-4956-B2F7-118482C15B16}" srcOrd="0" destOrd="0" presId="urn:microsoft.com/office/officeart/2005/8/layout/process1"/>
    <dgm:cxn modelId="{856BDD51-9CE6-4F51-B83E-50B1C51F19B5}" type="presOf" srcId="{E2B448FF-71A4-4B69-9D14-3C5B1883C873}" destId="{9F922E44-CA70-43F9-96D5-4E4EB1793A06}" srcOrd="0" destOrd="0" presId="urn:microsoft.com/office/officeart/2005/8/layout/process1"/>
    <dgm:cxn modelId="{C3639D50-E1FB-4FF9-A964-7EECC9542C8C}" type="presOf" srcId="{A8595045-3CED-4A5C-AC3A-03D92DC737D4}" destId="{7BA89075-C505-4294-8FD6-B70AD829D759}" srcOrd="1" destOrd="0" presId="urn:microsoft.com/office/officeart/2005/8/layout/process1"/>
    <dgm:cxn modelId="{CA182810-8372-445B-81FB-79EF6A3D3DFF}" srcId="{E99D309D-1ED8-44C1-8458-FDA8252BFE7C}" destId="{70F98590-9ED4-4448-AAF3-F526D4DA4B8D}" srcOrd="2" destOrd="0" parTransId="{88D1C7BB-BE69-4D93-B368-A50AD8F01FD0}" sibTransId="{A8595045-3CED-4A5C-AC3A-03D92DC737D4}"/>
    <dgm:cxn modelId="{B9EE0098-99C3-48EB-B659-86AE1AF838C1}" srcId="{E99D309D-1ED8-44C1-8458-FDA8252BFE7C}" destId="{1E3342EE-C698-48C5-A62F-E46958C33AD3}" srcOrd="0" destOrd="0" parTransId="{FD8477B4-3545-4799-BA57-9C63412EFB8B}" sibTransId="{E2B448FF-71A4-4B69-9D14-3C5B1883C873}"/>
    <dgm:cxn modelId="{162198B5-EF63-41FC-95DA-971D71774DAB}" type="presOf" srcId="{A8595045-3CED-4A5C-AC3A-03D92DC737D4}" destId="{8EEF6EF3-B489-456E-A89E-120F620B5193}" srcOrd="0" destOrd="0" presId="urn:microsoft.com/office/officeart/2005/8/layout/process1"/>
    <dgm:cxn modelId="{7D4B86E9-4BB5-43B2-860B-109435781396}" srcId="{E99D309D-1ED8-44C1-8458-FDA8252BFE7C}" destId="{C9DB46AA-2C49-4212-A37C-C7E27196FAFA}" srcOrd="4" destOrd="0" parTransId="{B56609F2-57B8-435B-AE0F-0CB753966AF2}" sibTransId="{A3A6EB4B-6324-4C94-B26C-89D739F82110}"/>
    <dgm:cxn modelId="{10736B6E-F9F2-4C88-8331-5B38E58B4E35}" type="presOf" srcId="{DA20DF71-56C1-4C1B-A60F-60BB6EDC5F07}" destId="{701B9707-3DCA-405F-A8BC-C295529289EE}" srcOrd="1" destOrd="0" presId="urn:microsoft.com/office/officeart/2005/8/layout/process1"/>
    <dgm:cxn modelId="{520FD0DB-7637-4F1A-82B0-243B5DB6B8FB}" srcId="{E99D309D-1ED8-44C1-8458-FDA8252BFE7C}" destId="{985A82FF-D99B-4248-B418-54B95E35EA1B}" srcOrd="5" destOrd="0" parTransId="{5559086E-D3EF-48AB-9C29-DAC6C6255B93}" sibTransId="{DA20DF71-56C1-4C1B-A60F-60BB6EDC5F07}"/>
    <dgm:cxn modelId="{A3702DF4-CC35-45FF-A158-4BA0338F6B72}" srcId="{E99D309D-1ED8-44C1-8458-FDA8252BFE7C}" destId="{46533E89-9D0B-4968-80E2-A93B274776BE}" srcOrd="1" destOrd="0" parTransId="{3163F632-686E-423C-8B5B-44BC51F149C1}" sibTransId="{A079CE7E-B2BC-48B9-825B-BD93E8D343D9}"/>
    <dgm:cxn modelId="{23D57934-4014-4B9E-860D-6E0419EB07BA}" srcId="{E99D309D-1ED8-44C1-8458-FDA8252BFE7C}" destId="{AE1CDDC7-84E1-4E37-807B-3BE33E9FB7BE}" srcOrd="6" destOrd="0" parTransId="{34A866ED-0EB7-47B3-9A0D-31D1485EF31E}" sibTransId="{A6564067-039B-4A2C-8E38-65EE37DE4CC5}"/>
    <dgm:cxn modelId="{AA90C3F8-F2C4-47B8-9555-1587653EAC40}" type="presOf" srcId="{E99D309D-1ED8-44C1-8458-FDA8252BFE7C}" destId="{199240EE-E325-4B24-AAE4-1FC9A75E2E7E}" srcOrd="0" destOrd="0" presId="urn:microsoft.com/office/officeart/2005/8/layout/process1"/>
    <dgm:cxn modelId="{9218B581-E09E-4620-B0D8-7D8BE64B80E5}" type="presOf" srcId="{985A82FF-D99B-4248-B418-54B95E35EA1B}" destId="{DCEF1212-0D40-4572-874D-E1E99CA2BFB6}" srcOrd="0" destOrd="0" presId="urn:microsoft.com/office/officeart/2005/8/layout/process1"/>
    <dgm:cxn modelId="{9A1D4DAF-6CD6-45B9-9BE2-719C9FC4CA53}" type="presOf" srcId="{D40BFF27-0382-433D-A833-2858DF293626}" destId="{C2906FEF-F5CC-4F8B-8C73-DC80FFBAE91D}" srcOrd="1" destOrd="0" presId="urn:microsoft.com/office/officeart/2005/8/layout/process1"/>
    <dgm:cxn modelId="{4EA97320-B2E4-4C15-BD58-7E043274F560}" type="presParOf" srcId="{199240EE-E325-4B24-AAE4-1FC9A75E2E7E}" destId="{8071D537-CF02-4F70-A2C3-28C9FEC2DDDA}" srcOrd="0" destOrd="0" presId="urn:microsoft.com/office/officeart/2005/8/layout/process1"/>
    <dgm:cxn modelId="{1C6DD5E2-EF64-4149-9403-EC92303BFCFD}" type="presParOf" srcId="{199240EE-E325-4B24-AAE4-1FC9A75E2E7E}" destId="{9F922E44-CA70-43F9-96D5-4E4EB1793A06}" srcOrd="1" destOrd="0" presId="urn:microsoft.com/office/officeart/2005/8/layout/process1"/>
    <dgm:cxn modelId="{DF307E41-0D4E-44BB-9006-A17C2D2EFD86}" type="presParOf" srcId="{9F922E44-CA70-43F9-96D5-4E4EB1793A06}" destId="{B23623B5-1B58-4655-BA3E-12728015A6E7}" srcOrd="0" destOrd="0" presId="urn:microsoft.com/office/officeart/2005/8/layout/process1"/>
    <dgm:cxn modelId="{F1370F0B-888A-4A83-A725-2384EB6759E9}" type="presParOf" srcId="{199240EE-E325-4B24-AAE4-1FC9A75E2E7E}" destId="{0909870E-1D66-4E00-A492-F670EC7E9409}" srcOrd="2" destOrd="0" presId="urn:microsoft.com/office/officeart/2005/8/layout/process1"/>
    <dgm:cxn modelId="{01E2D996-CFFC-4F98-928E-4385C5B2EFEF}" type="presParOf" srcId="{199240EE-E325-4B24-AAE4-1FC9A75E2E7E}" destId="{39472796-262A-409A-9808-773E752CF6B3}" srcOrd="3" destOrd="0" presId="urn:microsoft.com/office/officeart/2005/8/layout/process1"/>
    <dgm:cxn modelId="{43257798-1F46-4D93-9205-6D82916F1B17}" type="presParOf" srcId="{39472796-262A-409A-9808-773E752CF6B3}" destId="{5D62CB9B-98FE-40FA-B413-A59EC7FEEDE4}" srcOrd="0" destOrd="0" presId="urn:microsoft.com/office/officeart/2005/8/layout/process1"/>
    <dgm:cxn modelId="{44DF2D91-5890-4961-BE57-0A04811D97E0}" type="presParOf" srcId="{199240EE-E325-4B24-AAE4-1FC9A75E2E7E}" destId="{AE38D2BE-2ACC-4C6C-8CEB-C4AB6EC99D13}" srcOrd="4" destOrd="0" presId="urn:microsoft.com/office/officeart/2005/8/layout/process1"/>
    <dgm:cxn modelId="{1DBC749D-2CBC-4EDF-BC78-16BBBFD60929}" type="presParOf" srcId="{199240EE-E325-4B24-AAE4-1FC9A75E2E7E}" destId="{8EEF6EF3-B489-456E-A89E-120F620B5193}" srcOrd="5" destOrd="0" presId="urn:microsoft.com/office/officeart/2005/8/layout/process1"/>
    <dgm:cxn modelId="{9071AB46-E158-4B41-A689-7A8B86B03BE0}" type="presParOf" srcId="{8EEF6EF3-B489-456E-A89E-120F620B5193}" destId="{7BA89075-C505-4294-8FD6-B70AD829D759}" srcOrd="0" destOrd="0" presId="urn:microsoft.com/office/officeart/2005/8/layout/process1"/>
    <dgm:cxn modelId="{4E12A304-94B6-48C9-ABD6-E37DA9B4616D}" type="presParOf" srcId="{199240EE-E325-4B24-AAE4-1FC9A75E2E7E}" destId="{51C3AD57-27DD-4956-B2F7-118482C15B16}" srcOrd="6" destOrd="0" presId="urn:microsoft.com/office/officeart/2005/8/layout/process1"/>
    <dgm:cxn modelId="{B2CDB718-EBF3-45E5-8FEB-48774EF4C7C8}" type="presParOf" srcId="{199240EE-E325-4B24-AAE4-1FC9A75E2E7E}" destId="{EB238F26-4E90-4EC5-AE09-2514CD92CB5B}" srcOrd="7" destOrd="0" presId="urn:microsoft.com/office/officeart/2005/8/layout/process1"/>
    <dgm:cxn modelId="{B79211CB-1759-4C55-BE62-555B9E9FDDCC}" type="presParOf" srcId="{EB238F26-4E90-4EC5-AE09-2514CD92CB5B}" destId="{C2906FEF-F5CC-4F8B-8C73-DC80FFBAE91D}" srcOrd="0" destOrd="0" presId="urn:microsoft.com/office/officeart/2005/8/layout/process1"/>
    <dgm:cxn modelId="{340C0595-CB2B-4F16-8480-46134DADCD15}" type="presParOf" srcId="{199240EE-E325-4B24-AAE4-1FC9A75E2E7E}" destId="{F33F9878-321E-43D6-A9DF-79CEFCB30E3C}" srcOrd="8" destOrd="0" presId="urn:microsoft.com/office/officeart/2005/8/layout/process1"/>
    <dgm:cxn modelId="{6B36DDEA-E137-48CD-8C38-9F0DE80C94D7}" type="presParOf" srcId="{199240EE-E325-4B24-AAE4-1FC9A75E2E7E}" destId="{EF97FBB5-F8A5-4B7F-B1F3-545D934C50DC}" srcOrd="9" destOrd="0" presId="urn:microsoft.com/office/officeart/2005/8/layout/process1"/>
    <dgm:cxn modelId="{C3F68B73-F7D4-4D83-AF40-81992D31A5E5}" type="presParOf" srcId="{EF97FBB5-F8A5-4B7F-B1F3-545D934C50DC}" destId="{81596F88-C322-496D-BD1E-147984B7E184}" srcOrd="0" destOrd="0" presId="urn:microsoft.com/office/officeart/2005/8/layout/process1"/>
    <dgm:cxn modelId="{52D2FCC5-9737-44DE-888D-6145B5E6E568}" type="presParOf" srcId="{199240EE-E325-4B24-AAE4-1FC9A75E2E7E}" destId="{DCEF1212-0D40-4572-874D-E1E99CA2BFB6}" srcOrd="10" destOrd="0" presId="urn:microsoft.com/office/officeart/2005/8/layout/process1"/>
    <dgm:cxn modelId="{0D74C6C5-FBC1-40EB-B35C-9DC85F81EDC1}" type="presParOf" srcId="{199240EE-E325-4B24-AAE4-1FC9A75E2E7E}" destId="{A59711DA-F9DE-4D25-8EE5-576E8ABE3C52}" srcOrd="11" destOrd="0" presId="urn:microsoft.com/office/officeart/2005/8/layout/process1"/>
    <dgm:cxn modelId="{64116F06-B70B-4A81-AD8F-9E153D1FF777}" type="presParOf" srcId="{A59711DA-F9DE-4D25-8EE5-576E8ABE3C52}" destId="{701B9707-3DCA-405F-A8BC-C295529289EE}" srcOrd="0" destOrd="0" presId="urn:microsoft.com/office/officeart/2005/8/layout/process1"/>
    <dgm:cxn modelId="{653A81D4-38F7-4B7D-A0E8-D5B41B34B79F}" type="presParOf" srcId="{199240EE-E325-4B24-AAE4-1FC9A75E2E7E}" destId="{B45AD233-4EEE-4494-A3AF-A4D597E054DE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A74C10-2B07-41F4-8E52-BB24B748E05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F44D1E-D09C-44DA-A332-1B4BB51EC8BA}">
      <dgm:prSet/>
      <dgm:spPr/>
      <dgm:t>
        <a:bodyPr/>
        <a:lstStyle/>
        <a:p>
          <a:r>
            <a:rPr lang="en-GB"/>
            <a:t>Test objective</a:t>
          </a:r>
          <a:endParaRPr lang="en-US"/>
        </a:p>
      </dgm:t>
    </dgm:pt>
    <dgm:pt modelId="{BF93A5C2-0A76-49C4-9F5B-86103BCC283A}" type="parTrans" cxnId="{4C950005-5DC9-40F9-BB5F-829C9C95480E}">
      <dgm:prSet/>
      <dgm:spPr/>
      <dgm:t>
        <a:bodyPr/>
        <a:lstStyle/>
        <a:p>
          <a:endParaRPr lang="en-US"/>
        </a:p>
      </dgm:t>
    </dgm:pt>
    <dgm:pt modelId="{C55E9E4E-F403-487F-BF4B-C99588760581}" type="sibTrans" cxnId="{4C950005-5DC9-40F9-BB5F-829C9C95480E}">
      <dgm:prSet/>
      <dgm:spPr/>
      <dgm:t>
        <a:bodyPr/>
        <a:lstStyle/>
        <a:p>
          <a:endParaRPr lang="en-US"/>
        </a:p>
      </dgm:t>
    </dgm:pt>
    <dgm:pt modelId="{84B4B7C1-25D3-4268-B93F-DD95A563C07C}">
      <dgm:prSet/>
      <dgm:spPr/>
      <dgm:t>
        <a:bodyPr/>
        <a:lstStyle/>
        <a:p>
          <a:r>
            <a:rPr lang="en-GB"/>
            <a:t>Testing Scope</a:t>
          </a:r>
          <a:endParaRPr lang="en-US"/>
        </a:p>
      </dgm:t>
    </dgm:pt>
    <dgm:pt modelId="{363F7CAD-6FE4-4069-87AE-4B89015A0735}" type="parTrans" cxnId="{8E2D892F-4D67-4E69-BC9E-363B26CB42CD}">
      <dgm:prSet/>
      <dgm:spPr/>
      <dgm:t>
        <a:bodyPr/>
        <a:lstStyle/>
        <a:p>
          <a:endParaRPr lang="en-US"/>
        </a:p>
      </dgm:t>
    </dgm:pt>
    <dgm:pt modelId="{85195992-2384-4869-8F87-6F2FC4B27CC7}" type="sibTrans" cxnId="{8E2D892F-4D67-4E69-BC9E-363B26CB42CD}">
      <dgm:prSet/>
      <dgm:spPr/>
      <dgm:t>
        <a:bodyPr/>
        <a:lstStyle/>
        <a:p>
          <a:endParaRPr lang="en-US"/>
        </a:p>
      </dgm:t>
    </dgm:pt>
    <dgm:pt modelId="{EED94A9A-727E-4E6A-A56A-EC748051807C}">
      <dgm:prSet/>
      <dgm:spPr/>
      <dgm:t>
        <a:bodyPr/>
        <a:lstStyle/>
        <a:p>
          <a:r>
            <a:rPr lang="en-GB"/>
            <a:t>Level of Testing</a:t>
          </a:r>
          <a:endParaRPr lang="en-US"/>
        </a:p>
      </dgm:t>
    </dgm:pt>
    <dgm:pt modelId="{3288698D-CFB3-4BA9-BDDA-AADD107239E1}" type="parTrans" cxnId="{7D8989F8-6891-44B5-AC98-18045E54F91A}">
      <dgm:prSet/>
      <dgm:spPr/>
      <dgm:t>
        <a:bodyPr/>
        <a:lstStyle/>
        <a:p>
          <a:endParaRPr lang="en-US"/>
        </a:p>
      </dgm:t>
    </dgm:pt>
    <dgm:pt modelId="{C49FD4EE-19F7-46F0-9396-EA918D8572E4}" type="sibTrans" cxnId="{7D8989F8-6891-44B5-AC98-18045E54F91A}">
      <dgm:prSet/>
      <dgm:spPr/>
      <dgm:t>
        <a:bodyPr/>
        <a:lstStyle/>
        <a:p>
          <a:endParaRPr lang="en-US"/>
        </a:p>
      </dgm:t>
    </dgm:pt>
    <dgm:pt modelId="{131C69DF-4B59-4062-AD91-701D118D2CDB}">
      <dgm:prSet/>
      <dgm:spPr/>
      <dgm:t>
        <a:bodyPr/>
        <a:lstStyle/>
        <a:p>
          <a:r>
            <a:rPr lang="en-GB"/>
            <a:t>Test Deliverables</a:t>
          </a:r>
          <a:endParaRPr lang="en-US"/>
        </a:p>
      </dgm:t>
    </dgm:pt>
    <dgm:pt modelId="{052C082E-2A14-468D-A3A1-FEDADE0643EB}" type="parTrans" cxnId="{9AB02872-1F1F-4916-A7FE-F6B220BAD1C1}">
      <dgm:prSet/>
      <dgm:spPr/>
      <dgm:t>
        <a:bodyPr/>
        <a:lstStyle/>
        <a:p>
          <a:endParaRPr lang="en-US"/>
        </a:p>
      </dgm:t>
    </dgm:pt>
    <dgm:pt modelId="{CFD8A65C-D329-4DF8-AB8D-43E0DD9F4B7F}" type="sibTrans" cxnId="{9AB02872-1F1F-4916-A7FE-F6B220BAD1C1}">
      <dgm:prSet/>
      <dgm:spPr/>
      <dgm:t>
        <a:bodyPr/>
        <a:lstStyle/>
        <a:p>
          <a:endParaRPr lang="en-US"/>
        </a:p>
      </dgm:t>
    </dgm:pt>
    <dgm:pt modelId="{46EFEA15-97EA-4EE5-A030-800036D1C695}">
      <dgm:prSet/>
      <dgm:spPr/>
      <dgm:t>
        <a:bodyPr/>
        <a:lstStyle/>
        <a:p>
          <a:r>
            <a:rPr lang="en-GB"/>
            <a:t>Test Environment</a:t>
          </a:r>
          <a:endParaRPr lang="en-US"/>
        </a:p>
      </dgm:t>
    </dgm:pt>
    <dgm:pt modelId="{4D306066-CC44-44D1-B0CE-4FC40354652B}" type="parTrans" cxnId="{32264C4D-F4C1-4072-8395-B78E7BCDD714}">
      <dgm:prSet/>
      <dgm:spPr/>
      <dgm:t>
        <a:bodyPr/>
        <a:lstStyle/>
        <a:p>
          <a:endParaRPr lang="en-US"/>
        </a:p>
      </dgm:t>
    </dgm:pt>
    <dgm:pt modelId="{8A5CB44E-0FA6-47F7-B80B-3D16E11CB8AA}" type="sibTrans" cxnId="{32264C4D-F4C1-4072-8395-B78E7BCDD714}">
      <dgm:prSet/>
      <dgm:spPr/>
      <dgm:t>
        <a:bodyPr/>
        <a:lstStyle/>
        <a:p>
          <a:endParaRPr lang="en-US"/>
        </a:p>
      </dgm:t>
    </dgm:pt>
    <dgm:pt modelId="{846DDDE1-7B65-477A-A61B-B8B2C5015AF1}">
      <dgm:prSet/>
      <dgm:spPr/>
      <dgm:t>
        <a:bodyPr/>
        <a:lstStyle/>
        <a:p>
          <a:r>
            <a:rPr lang="en-GB"/>
            <a:t>Test Schedules</a:t>
          </a:r>
          <a:endParaRPr lang="en-US"/>
        </a:p>
      </dgm:t>
    </dgm:pt>
    <dgm:pt modelId="{08CAAB4E-D7F9-41AE-89B7-50C1A3B9AF53}" type="parTrans" cxnId="{B89C466D-D5CC-4599-8CD9-C83FC487D91E}">
      <dgm:prSet/>
      <dgm:spPr/>
      <dgm:t>
        <a:bodyPr/>
        <a:lstStyle/>
        <a:p>
          <a:endParaRPr lang="en-US"/>
        </a:p>
      </dgm:t>
    </dgm:pt>
    <dgm:pt modelId="{97DDCD15-EAC2-4350-A59C-D463973A7F6C}" type="sibTrans" cxnId="{B89C466D-D5CC-4599-8CD9-C83FC487D91E}">
      <dgm:prSet/>
      <dgm:spPr/>
      <dgm:t>
        <a:bodyPr/>
        <a:lstStyle/>
        <a:p>
          <a:endParaRPr lang="en-US"/>
        </a:p>
      </dgm:t>
    </dgm:pt>
    <dgm:pt modelId="{181DC981-7E39-4FFE-82BD-8A2583E17F5B}">
      <dgm:prSet/>
      <dgm:spPr/>
      <dgm:t>
        <a:bodyPr/>
        <a:lstStyle/>
        <a:p>
          <a:r>
            <a:rPr lang="en-GB"/>
            <a:t>Resource Requirement</a:t>
          </a:r>
          <a:endParaRPr lang="en-US"/>
        </a:p>
      </dgm:t>
    </dgm:pt>
    <dgm:pt modelId="{A77BECE0-A39E-4163-805D-625F0EFC243A}" type="parTrans" cxnId="{CED501E0-2F1B-4756-9A76-F1C0A49969AB}">
      <dgm:prSet/>
      <dgm:spPr/>
      <dgm:t>
        <a:bodyPr/>
        <a:lstStyle/>
        <a:p>
          <a:endParaRPr lang="en-US"/>
        </a:p>
      </dgm:t>
    </dgm:pt>
    <dgm:pt modelId="{817A3CE8-5814-4A69-BF5B-6CAE7971F0A0}" type="sibTrans" cxnId="{CED501E0-2F1B-4756-9A76-F1C0A49969AB}">
      <dgm:prSet/>
      <dgm:spPr/>
      <dgm:t>
        <a:bodyPr/>
        <a:lstStyle/>
        <a:p>
          <a:endParaRPr lang="en-US"/>
        </a:p>
      </dgm:t>
    </dgm:pt>
    <dgm:pt modelId="{D2708B95-4803-4128-8670-BC9509F368FF}">
      <dgm:prSet/>
      <dgm:spPr/>
      <dgm:t>
        <a:bodyPr/>
        <a:lstStyle/>
        <a:p>
          <a:r>
            <a:rPr lang="en-GB"/>
            <a:t>Risk Analysis</a:t>
          </a:r>
          <a:endParaRPr lang="en-US"/>
        </a:p>
      </dgm:t>
    </dgm:pt>
    <dgm:pt modelId="{699B246D-4A15-4255-945D-2F3DAE6CD5B4}" type="parTrans" cxnId="{DCB4F179-6F6E-44B5-B1C7-21DC3D2DB6BC}">
      <dgm:prSet/>
      <dgm:spPr/>
      <dgm:t>
        <a:bodyPr/>
        <a:lstStyle/>
        <a:p>
          <a:endParaRPr lang="en-US"/>
        </a:p>
      </dgm:t>
    </dgm:pt>
    <dgm:pt modelId="{42711FEE-05BF-4129-ABA4-2656B7E852E0}" type="sibTrans" cxnId="{DCB4F179-6F6E-44B5-B1C7-21DC3D2DB6BC}">
      <dgm:prSet/>
      <dgm:spPr/>
      <dgm:t>
        <a:bodyPr/>
        <a:lstStyle/>
        <a:p>
          <a:endParaRPr lang="en-US"/>
        </a:p>
      </dgm:t>
    </dgm:pt>
    <dgm:pt modelId="{8BD29208-2398-45E8-9F6C-DF8F557372C8}">
      <dgm:prSet/>
      <dgm:spPr/>
      <dgm:t>
        <a:bodyPr/>
        <a:lstStyle/>
        <a:p>
          <a:r>
            <a:rPr lang="en-GB"/>
            <a:t>Testing Approach</a:t>
          </a:r>
          <a:endParaRPr lang="en-US"/>
        </a:p>
      </dgm:t>
    </dgm:pt>
    <dgm:pt modelId="{B4248F88-2084-4CA7-A1EE-3FAC115C13BE}" type="parTrans" cxnId="{BC9F792E-EFAA-431F-9EF9-746FB7FF5D6B}">
      <dgm:prSet/>
      <dgm:spPr/>
      <dgm:t>
        <a:bodyPr/>
        <a:lstStyle/>
        <a:p>
          <a:endParaRPr lang="en-US"/>
        </a:p>
      </dgm:t>
    </dgm:pt>
    <dgm:pt modelId="{2535A3B1-4FD7-44F3-A89D-C32BE5083BEE}" type="sibTrans" cxnId="{BC9F792E-EFAA-431F-9EF9-746FB7FF5D6B}">
      <dgm:prSet/>
      <dgm:spPr/>
      <dgm:t>
        <a:bodyPr/>
        <a:lstStyle/>
        <a:p>
          <a:endParaRPr lang="en-US"/>
        </a:p>
      </dgm:t>
    </dgm:pt>
    <dgm:pt modelId="{9C4A5919-AF5B-4C02-986C-3E8DE60C45BF}">
      <dgm:prSet/>
      <dgm:spPr/>
      <dgm:t>
        <a:bodyPr/>
        <a:lstStyle/>
        <a:p>
          <a:r>
            <a:rPr lang="en-GB"/>
            <a:t>Defect Management</a:t>
          </a:r>
          <a:endParaRPr lang="en-US"/>
        </a:p>
      </dgm:t>
    </dgm:pt>
    <dgm:pt modelId="{D7063173-5F98-4547-B7C6-0CEF69E82B10}" type="parTrans" cxnId="{71D5A8B6-CC0C-4D6F-A12B-9C97FF51687B}">
      <dgm:prSet/>
      <dgm:spPr/>
      <dgm:t>
        <a:bodyPr/>
        <a:lstStyle/>
        <a:p>
          <a:endParaRPr lang="en-US"/>
        </a:p>
      </dgm:t>
    </dgm:pt>
    <dgm:pt modelId="{C2588F84-210E-44C8-B1DB-6FDF92D25B2D}" type="sibTrans" cxnId="{71D5A8B6-CC0C-4D6F-A12B-9C97FF51687B}">
      <dgm:prSet/>
      <dgm:spPr/>
      <dgm:t>
        <a:bodyPr/>
        <a:lstStyle/>
        <a:p>
          <a:endParaRPr lang="en-US"/>
        </a:p>
      </dgm:t>
    </dgm:pt>
    <dgm:pt modelId="{C1FBA998-1CBA-43AA-AA9A-E548EFB1D6BF}">
      <dgm:prSet/>
      <dgm:spPr/>
      <dgm:t>
        <a:bodyPr/>
        <a:lstStyle/>
        <a:p>
          <a:r>
            <a:rPr lang="en-GB"/>
            <a:t>Test Metrics</a:t>
          </a:r>
          <a:endParaRPr lang="en-US"/>
        </a:p>
      </dgm:t>
    </dgm:pt>
    <dgm:pt modelId="{ECB16A44-E037-43A7-8D91-39BD458C13E7}" type="parTrans" cxnId="{BD449647-08E2-42B7-AD46-C49C97971D1E}">
      <dgm:prSet/>
      <dgm:spPr/>
      <dgm:t>
        <a:bodyPr/>
        <a:lstStyle/>
        <a:p>
          <a:endParaRPr lang="en-US"/>
        </a:p>
      </dgm:t>
    </dgm:pt>
    <dgm:pt modelId="{3C5CC24E-6770-4472-A2C0-4D00ACF007B4}" type="sibTrans" cxnId="{BD449647-08E2-42B7-AD46-C49C97971D1E}">
      <dgm:prSet/>
      <dgm:spPr/>
      <dgm:t>
        <a:bodyPr/>
        <a:lstStyle/>
        <a:p>
          <a:endParaRPr lang="en-US"/>
        </a:p>
      </dgm:t>
    </dgm:pt>
    <dgm:pt modelId="{606232E2-AF5C-4ABB-BE87-622DF3840C58}" type="pres">
      <dgm:prSet presAssocID="{89A74C10-2B07-41F4-8E52-BB24B748E05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BA74F47-07C2-4989-BF54-AABF9541092F}" type="pres">
      <dgm:prSet presAssocID="{24F44D1E-D09C-44DA-A332-1B4BB51EC8BA}" presName="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611AC9-98A1-4593-8991-ADB1E0C7AB87}" type="pres">
      <dgm:prSet presAssocID="{C55E9E4E-F403-487F-BF4B-C99588760581}" presName="sibTrans" presStyleCnt="0"/>
      <dgm:spPr/>
    </dgm:pt>
    <dgm:pt modelId="{45F7E4DE-B78B-4B0A-AA4A-07D5F5416787}" type="pres">
      <dgm:prSet presAssocID="{84B4B7C1-25D3-4268-B93F-DD95A563C07C}" presName="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A358D1-539E-4203-913A-9295A5CD8804}" type="pres">
      <dgm:prSet presAssocID="{85195992-2384-4869-8F87-6F2FC4B27CC7}" presName="sibTrans" presStyleCnt="0"/>
      <dgm:spPr/>
    </dgm:pt>
    <dgm:pt modelId="{037AAE0E-F84B-4E2D-8C5B-34DE98499D1E}" type="pres">
      <dgm:prSet presAssocID="{EED94A9A-727E-4E6A-A56A-EC748051807C}" presName="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BDCC0C-33DA-4669-966D-A3AA56021C39}" type="pres">
      <dgm:prSet presAssocID="{C49FD4EE-19F7-46F0-9396-EA918D8572E4}" presName="sibTrans" presStyleCnt="0"/>
      <dgm:spPr/>
    </dgm:pt>
    <dgm:pt modelId="{80B32F93-4829-42D2-BC8A-2AF8925E6E14}" type="pres">
      <dgm:prSet presAssocID="{131C69DF-4B59-4062-AD91-701D118D2CDB}" presName="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663BC4-B8D4-4878-A9E8-D6BDD4592635}" type="pres">
      <dgm:prSet presAssocID="{CFD8A65C-D329-4DF8-AB8D-43E0DD9F4B7F}" presName="sibTrans" presStyleCnt="0"/>
      <dgm:spPr/>
    </dgm:pt>
    <dgm:pt modelId="{5562A36F-01CC-4F28-9802-6FAC27AAED1C}" type="pres">
      <dgm:prSet presAssocID="{46EFEA15-97EA-4EE5-A030-800036D1C695}" presName="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06694D-6BB3-4756-91B2-9FFCF7165FA2}" type="pres">
      <dgm:prSet presAssocID="{8A5CB44E-0FA6-47F7-B80B-3D16E11CB8AA}" presName="sibTrans" presStyleCnt="0"/>
      <dgm:spPr/>
    </dgm:pt>
    <dgm:pt modelId="{465FA3E3-7CA5-4F61-8EA9-8C2B3D5E7286}" type="pres">
      <dgm:prSet presAssocID="{846DDDE1-7B65-477A-A61B-B8B2C5015AF1}" presName="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C98752-2CCC-4412-98ED-920092B112BE}" type="pres">
      <dgm:prSet presAssocID="{97DDCD15-EAC2-4350-A59C-D463973A7F6C}" presName="sibTrans" presStyleCnt="0"/>
      <dgm:spPr/>
    </dgm:pt>
    <dgm:pt modelId="{0008173B-0624-4183-A0B1-7319F264262F}" type="pres">
      <dgm:prSet presAssocID="{181DC981-7E39-4FFE-82BD-8A2583E17F5B}" presName="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F2BB9C-1750-42EE-B9E1-B319DE4D9D84}" type="pres">
      <dgm:prSet presAssocID="{817A3CE8-5814-4A69-BF5B-6CAE7971F0A0}" presName="sibTrans" presStyleCnt="0"/>
      <dgm:spPr/>
    </dgm:pt>
    <dgm:pt modelId="{8A9522C7-74FF-4F65-8394-49302FED3ECF}" type="pres">
      <dgm:prSet presAssocID="{D2708B95-4803-4128-8670-BC9509F368FF}" presName="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8F2AEA-C839-4FC3-87A1-D99D72583479}" type="pres">
      <dgm:prSet presAssocID="{42711FEE-05BF-4129-ABA4-2656B7E852E0}" presName="sibTrans" presStyleCnt="0"/>
      <dgm:spPr/>
    </dgm:pt>
    <dgm:pt modelId="{7487B351-5A8C-467B-9774-2F7939594FE4}" type="pres">
      <dgm:prSet presAssocID="{8BD29208-2398-45E8-9F6C-DF8F557372C8}" presName="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1A26F7-0AA9-489F-A1EB-B6C14D0B8090}" type="pres">
      <dgm:prSet presAssocID="{2535A3B1-4FD7-44F3-A89D-C32BE5083BEE}" presName="sibTrans" presStyleCnt="0"/>
      <dgm:spPr/>
    </dgm:pt>
    <dgm:pt modelId="{D28C774D-5959-4A21-83F5-0EF06CFEC74F}" type="pres">
      <dgm:prSet presAssocID="{9C4A5919-AF5B-4C02-986C-3E8DE60C45BF}" presName="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949A70-DE93-44EE-BB04-74F5B2602F8F}" type="pres">
      <dgm:prSet presAssocID="{C2588F84-210E-44C8-B1DB-6FDF92D25B2D}" presName="sibTrans" presStyleCnt="0"/>
      <dgm:spPr/>
    </dgm:pt>
    <dgm:pt modelId="{BD65FA2F-1793-4194-AC32-CFF6A3697DF0}" type="pres">
      <dgm:prSet presAssocID="{C1FBA998-1CBA-43AA-AA9A-E548EFB1D6BF}" presName="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56C90D-E299-4B09-890D-ABF8BB6EB174}" type="presOf" srcId="{89A74C10-2B07-41F4-8E52-BB24B748E05E}" destId="{606232E2-AF5C-4ABB-BE87-622DF3840C58}" srcOrd="0" destOrd="0" presId="urn:microsoft.com/office/officeart/2005/8/layout/default"/>
    <dgm:cxn modelId="{08388C5F-70FA-4A5C-9D44-A09095954696}" type="presOf" srcId="{131C69DF-4B59-4062-AD91-701D118D2CDB}" destId="{80B32F93-4829-42D2-BC8A-2AF8925E6E14}" srcOrd="0" destOrd="0" presId="urn:microsoft.com/office/officeart/2005/8/layout/default"/>
    <dgm:cxn modelId="{CED501E0-2F1B-4756-9A76-F1C0A49969AB}" srcId="{89A74C10-2B07-41F4-8E52-BB24B748E05E}" destId="{181DC981-7E39-4FFE-82BD-8A2583E17F5B}" srcOrd="6" destOrd="0" parTransId="{A77BECE0-A39E-4163-805D-625F0EFC243A}" sibTransId="{817A3CE8-5814-4A69-BF5B-6CAE7971F0A0}"/>
    <dgm:cxn modelId="{9AB02872-1F1F-4916-A7FE-F6B220BAD1C1}" srcId="{89A74C10-2B07-41F4-8E52-BB24B748E05E}" destId="{131C69DF-4B59-4062-AD91-701D118D2CDB}" srcOrd="3" destOrd="0" parTransId="{052C082E-2A14-468D-A3A1-FEDADE0643EB}" sibTransId="{CFD8A65C-D329-4DF8-AB8D-43E0DD9F4B7F}"/>
    <dgm:cxn modelId="{BD449647-08E2-42B7-AD46-C49C97971D1E}" srcId="{89A74C10-2B07-41F4-8E52-BB24B748E05E}" destId="{C1FBA998-1CBA-43AA-AA9A-E548EFB1D6BF}" srcOrd="10" destOrd="0" parTransId="{ECB16A44-E037-43A7-8D91-39BD458C13E7}" sibTransId="{3C5CC24E-6770-4472-A2C0-4D00ACF007B4}"/>
    <dgm:cxn modelId="{307FE7C0-73EE-4D70-A84C-C058956B5567}" type="presOf" srcId="{46EFEA15-97EA-4EE5-A030-800036D1C695}" destId="{5562A36F-01CC-4F28-9802-6FAC27AAED1C}" srcOrd="0" destOrd="0" presId="urn:microsoft.com/office/officeart/2005/8/layout/default"/>
    <dgm:cxn modelId="{BC9F792E-EFAA-431F-9EF9-746FB7FF5D6B}" srcId="{89A74C10-2B07-41F4-8E52-BB24B748E05E}" destId="{8BD29208-2398-45E8-9F6C-DF8F557372C8}" srcOrd="8" destOrd="0" parTransId="{B4248F88-2084-4CA7-A1EE-3FAC115C13BE}" sibTransId="{2535A3B1-4FD7-44F3-A89D-C32BE5083BEE}"/>
    <dgm:cxn modelId="{9111AA57-6A73-48CE-903C-B2D9ECEF03B7}" type="presOf" srcId="{8BD29208-2398-45E8-9F6C-DF8F557372C8}" destId="{7487B351-5A8C-467B-9774-2F7939594FE4}" srcOrd="0" destOrd="0" presId="urn:microsoft.com/office/officeart/2005/8/layout/default"/>
    <dgm:cxn modelId="{7D8989F8-6891-44B5-AC98-18045E54F91A}" srcId="{89A74C10-2B07-41F4-8E52-BB24B748E05E}" destId="{EED94A9A-727E-4E6A-A56A-EC748051807C}" srcOrd="2" destOrd="0" parTransId="{3288698D-CFB3-4BA9-BDDA-AADD107239E1}" sibTransId="{C49FD4EE-19F7-46F0-9396-EA918D8572E4}"/>
    <dgm:cxn modelId="{529AE62A-7FF5-466A-805F-A0BAAEB715CC}" type="presOf" srcId="{EED94A9A-727E-4E6A-A56A-EC748051807C}" destId="{037AAE0E-F84B-4E2D-8C5B-34DE98499D1E}" srcOrd="0" destOrd="0" presId="urn:microsoft.com/office/officeart/2005/8/layout/default"/>
    <dgm:cxn modelId="{4C950005-5DC9-40F9-BB5F-829C9C95480E}" srcId="{89A74C10-2B07-41F4-8E52-BB24B748E05E}" destId="{24F44D1E-D09C-44DA-A332-1B4BB51EC8BA}" srcOrd="0" destOrd="0" parTransId="{BF93A5C2-0A76-49C4-9F5B-86103BCC283A}" sibTransId="{C55E9E4E-F403-487F-BF4B-C99588760581}"/>
    <dgm:cxn modelId="{8E2D892F-4D67-4E69-BC9E-363B26CB42CD}" srcId="{89A74C10-2B07-41F4-8E52-BB24B748E05E}" destId="{84B4B7C1-25D3-4268-B93F-DD95A563C07C}" srcOrd="1" destOrd="0" parTransId="{363F7CAD-6FE4-4069-87AE-4B89015A0735}" sibTransId="{85195992-2384-4869-8F87-6F2FC4B27CC7}"/>
    <dgm:cxn modelId="{32264C4D-F4C1-4072-8395-B78E7BCDD714}" srcId="{89A74C10-2B07-41F4-8E52-BB24B748E05E}" destId="{46EFEA15-97EA-4EE5-A030-800036D1C695}" srcOrd="4" destOrd="0" parTransId="{4D306066-CC44-44D1-B0CE-4FC40354652B}" sibTransId="{8A5CB44E-0FA6-47F7-B80B-3D16E11CB8AA}"/>
    <dgm:cxn modelId="{80F05C99-99FA-46B2-AE26-1F0DD0828514}" type="presOf" srcId="{9C4A5919-AF5B-4C02-986C-3E8DE60C45BF}" destId="{D28C774D-5959-4A21-83F5-0EF06CFEC74F}" srcOrd="0" destOrd="0" presId="urn:microsoft.com/office/officeart/2005/8/layout/default"/>
    <dgm:cxn modelId="{71D5A8B6-CC0C-4D6F-A12B-9C97FF51687B}" srcId="{89A74C10-2B07-41F4-8E52-BB24B748E05E}" destId="{9C4A5919-AF5B-4C02-986C-3E8DE60C45BF}" srcOrd="9" destOrd="0" parTransId="{D7063173-5F98-4547-B7C6-0CEF69E82B10}" sibTransId="{C2588F84-210E-44C8-B1DB-6FDF92D25B2D}"/>
    <dgm:cxn modelId="{7F22B350-D062-4F5D-B378-69596E14E640}" type="presOf" srcId="{84B4B7C1-25D3-4268-B93F-DD95A563C07C}" destId="{45F7E4DE-B78B-4B0A-AA4A-07D5F5416787}" srcOrd="0" destOrd="0" presId="urn:microsoft.com/office/officeart/2005/8/layout/default"/>
    <dgm:cxn modelId="{4F34A0E0-F680-4106-9A8C-8F3A68072B06}" type="presOf" srcId="{846DDDE1-7B65-477A-A61B-B8B2C5015AF1}" destId="{465FA3E3-7CA5-4F61-8EA9-8C2B3D5E7286}" srcOrd="0" destOrd="0" presId="urn:microsoft.com/office/officeart/2005/8/layout/default"/>
    <dgm:cxn modelId="{EBEDE85E-DA3E-4802-AA95-94E41A54FFED}" type="presOf" srcId="{D2708B95-4803-4128-8670-BC9509F368FF}" destId="{8A9522C7-74FF-4F65-8394-49302FED3ECF}" srcOrd="0" destOrd="0" presId="urn:microsoft.com/office/officeart/2005/8/layout/default"/>
    <dgm:cxn modelId="{B89C466D-D5CC-4599-8CD9-C83FC487D91E}" srcId="{89A74C10-2B07-41F4-8E52-BB24B748E05E}" destId="{846DDDE1-7B65-477A-A61B-B8B2C5015AF1}" srcOrd="5" destOrd="0" parTransId="{08CAAB4E-D7F9-41AE-89B7-50C1A3B9AF53}" sibTransId="{97DDCD15-EAC2-4350-A59C-D463973A7F6C}"/>
    <dgm:cxn modelId="{9E0CF6EC-29F9-4852-9983-7C39E18E81A3}" type="presOf" srcId="{181DC981-7E39-4FFE-82BD-8A2583E17F5B}" destId="{0008173B-0624-4183-A0B1-7319F264262F}" srcOrd="0" destOrd="0" presId="urn:microsoft.com/office/officeart/2005/8/layout/default"/>
    <dgm:cxn modelId="{459595D6-CF83-4A7B-B03A-96F9D1689AC3}" type="presOf" srcId="{24F44D1E-D09C-44DA-A332-1B4BB51EC8BA}" destId="{BBA74F47-07C2-4989-BF54-AABF9541092F}" srcOrd="0" destOrd="0" presId="urn:microsoft.com/office/officeart/2005/8/layout/default"/>
    <dgm:cxn modelId="{CB7B2F1E-17AC-483D-8133-53A8DE7993AB}" type="presOf" srcId="{C1FBA998-1CBA-43AA-AA9A-E548EFB1D6BF}" destId="{BD65FA2F-1793-4194-AC32-CFF6A3697DF0}" srcOrd="0" destOrd="0" presId="urn:microsoft.com/office/officeart/2005/8/layout/default"/>
    <dgm:cxn modelId="{DCB4F179-6F6E-44B5-B1C7-21DC3D2DB6BC}" srcId="{89A74C10-2B07-41F4-8E52-BB24B748E05E}" destId="{D2708B95-4803-4128-8670-BC9509F368FF}" srcOrd="7" destOrd="0" parTransId="{699B246D-4A15-4255-945D-2F3DAE6CD5B4}" sibTransId="{42711FEE-05BF-4129-ABA4-2656B7E852E0}"/>
    <dgm:cxn modelId="{CC61333F-D9BB-4767-9915-EC178A748949}" type="presParOf" srcId="{606232E2-AF5C-4ABB-BE87-622DF3840C58}" destId="{BBA74F47-07C2-4989-BF54-AABF9541092F}" srcOrd="0" destOrd="0" presId="urn:microsoft.com/office/officeart/2005/8/layout/default"/>
    <dgm:cxn modelId="{62EA8EB6-2C47-4142-8032-D30C49D35FC7}" type="presParOf" srcId="{606232E2-AF5C-4ABB-BE87-622DF3840C58}" destId="{11611AC9-98A1-4593-8991-ADB1E0C7AB87}" srcOrd="1" destOrd="0" presId="urn:microsoft.com/office/officeart/2005/8/layout/default"/>
    <dgm:cxn modelId="{D0C59131-04D7-488E-9B82-DC084202FF55}" type="presParOf" srcId="{606232E2-AF5C-4ABB-BE87-622DF3840C58}" destId="{45F7E4DE-B78B-4B0A-AA4A-07D5F5416787}" srcOrd="2" destOrd="0" presId="urn:microsoft.com/office/officeart/2005/8/layout/default"/>
    <dgm:cxn modelId="{D52E9C85-CD02-44E5-8E7F-5D0DB381B8F5}" type="presParOf" srcId="{606232E2-AF5C-4ABB-BE87-622DF3840C58}" destId="{78A358D1-539E-4203-913A-9295A5CD8804}" srcOrd="3" destOrd="0" presId="urn:microsoft.com/office/officeart/2005/8/layout/default"/>
    <dgm:cxn modelId="{F7731A11-6C81-4B17-A771-B2D23229F483}" type="presParOf" srcId="{606232E2-AF5C-4ABB-BE87-622DF3840C58}" destId="{037AAE0E-F84B-4E2D-8C5B-34DE98499D1E}" srcOrd="4" destOrd="0" presId="urn:microsoft.com/office/officeart/2005/8/layout/default"/>
    <dgm:cxn modelId="{406BAD1E-21EC-45A5-8339-953EB65E7B9D}" type="presParOf" srcId="{606232E2-AF5C-4ABB-BE87-622DF3840C58}" destId="{ECBDCC0C-33DA-4669-966D-A3AA56021C39}" srcOrd="5" destOrd="0" presId="urn:microsoft.com/office/officeart/2005/8/layout/default"/>
    <dgm:cxn modelId="{0C3785E1-236E-48A5-A4B3-F1486BCB0173}" type="presParOf" srcId="{606232E2-AF5C-4ABB-BE87-622DF3840C58}" destId="{80B32F93-4829-42D2-BC8A-2AF8925E6E14}" srcOrd="6" destOrd="0" presId="urn:microsoft.com/office/officeart/2005/8/layout/default"/>
    <dgm:cxn modelId="{4EFE4DD2-F8BE-4412-9C71-801A3DD17258}" type="presParOf" srcId="{606232E2-AF5C-4ABB-BE87-622DF3840C58}" destId="{38663BC4-B8D4-4878-A9E8-D6BDD4592635}" srcOrd="7" destOrd="0" presId="urn:microsoft.com/office/officeart/2005/8/layout/default"/>
    <dgm:cxn modelId="{3F5FABCE-8254-4E31-8ED8-1B9555A6F026}" type="presParOf" srcId="{606232E2-AF5C-4ABB-BE87-622DF3840C58}" destId="{5562A36F-01CC-4F28-9802-6FAC27AAED1C}" srcOrd="8" destOrd="0" presId="urn:microsoft.com/office/officeart/2005/8/layout/default"/>
    <dgm:cxn modelId="{766D65DD-F35A-437E-B043-D9C25FBCB25A}" type="presParOf" srcId="{606232E2-AF5C-4ABB-BE87-622DF3840C58}" destId="{D006694D-6BB3-4756-91B2-9FFCF7165FA2}" srcOrd="9" destOrd="0" presId="urn:microsoft.com/office/officeart/2005/8/layout/default"/>
    <dgm:cxn modelId="{2099C8D2-B617-4D1C-84E1-18215F9E914D}" type="presParOf" srcId="{606232E2-AF5C-4ABB-BE87-622DF3840C58}" destId="{465FA3E3-7CA5-4F61-8EA9-8C2B3D5E7286}" srcOrd="10" destOrd="0" presId="urn:microsoft.com/office/officeart/2005/8/layout/default"/>
    <dgm:cxn modelId="{E3B95FAA-5364-4AF1-A1CE-23ADE37189D4}" type="presParOf" srcId="{606232E2-AF5C-4ABB-BE87-622DF3840C58}" destId="{69C98752-2CCC-4412-98ED-920092B112BE}" srcOrd="11" destOrd="0" presId="urn:microsoft.com/office/officeart/2005/8/layout/default"/>
    <dgm:cxn modelId="{B98D7317-4AD7-4CE4-90DF-980B12267A37}" type="presParOf" srcId="{606232E2-AF5C-4ABB-BE87-622DF3840C58}" destId="{0008173B-0624-4183-A0B1-7319F264262F}" srcOrd="12" destOrd="0" presId="urn:microsoft.com/office/officeart/2005/8/layout/default"/>
    <dgm:cxn modelId="{B4680EEB-7F4C-4F94-8CD3-2DE51E7B7A60}" type="presParOf" srcId="{606232E2-AF5C-4ABB-BE87-622DF3840C58}" destId="{6BF2BB9C-1750-42EE-B9E1-B319DE4D9D84}" srcOrd="13" destOrd="0" presId="urn:microsoft.com/office/officeart/2005/8/layout/default"/>
    <dgm:cxn modelId="{0D745A72-76B4-4F8F-BDB7-0BFAB3DD83F6}" type="presParOf" srcId="{606232E2-AF5C-4ABB-BE87-622DF3840C58}" destId="{8A9522C7-74FF-4F65-8394-49302FED3ECF}" srcOrd="14" destOrd="0" presId="urn:microsoft.com/office/officeart/2005/8/layout/default"/>
    <dgm:cxn modelId="{F479BAEC-D83F-4898-99C6-F4A9A1325B91}" type="presParOf" srcId="{606232E2-AF5C-4ABB-BE87-622DF3840C58}" destId="{3D8F2AEA-C839-4FC3-87A1-D99D72583479}" srcOrd="15" destOrd="0" presId="urn:microsoft.com/office/officeart/2005/8/layout/default"/>
    <dgm:cxn modelId="{2A945E50-8DCE-4595-94E3-7E06084C0950}" type="presParOf" srcId="{606232E2-AF5C-4ABB-BE87-622DF3840C58}" destId="{7487B351-5A8C-467B-9774-2F7939594FE4}" srcOrd="16" destOrd="0" presId="urn:microsoft.com/office/officeart/2005/8/layout/default"/>
    <dgm:cxn modelId="{C9070583-DFA7-44D2-B8AA-E388AB290EB5}" type="presParOf" srcId="{606232E2-AF5C-4ABB-BE87-622DF3840C58}" destId="{F31A26F7-0AA9-489F-A1EB-B6C14D0B8090}" srcOrd="17" destOrd="0" presId="urn:microsoft.com/office/officeart/2005/8/layout/default"/>
    <dgm:cxn modelId="{B9583FDA-B921-42A4-AFD0-CCCE0DE224DA}" type="presParOf" srcId="{606232E2-AF5C-4ABB-BE87-622DF3840C58}" destId="{D28C774D-5959-4A21-83F5-0EF06CFEC74F}" srcOrd="18" destOrd="0" presId="urn:microsoft.com/office/officeart/2005/8/layout/default"/>
    <dgm:cxn modelId="{80F46E25-C88C-425D-A5B5-56F2698A508C}" type="presParOf" srcId="{606232E2-AF5C-4ABB-BE87-622DF3840C58}" destId="{7C949A70-DE93-44EE-BB04-74F5B2602F8F}" srcOrd="19" destOrd="0" presId="urn:microsoft.com/office/officeart/2005/8/layout/default"/>
    <dgm:cxn modelId="{CE930DF5-C4A0-465E-B6FA-845078316E2C}" type="presParOf" srcId="{606232E2-AF5C-4ABB-BE87-622DF3840C58}" destId="{BD65FA2F-1793-4194-AC32-CFF6A3697DF0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1D537-CF02-4F70-A2C3-28C9FEC2DDDA}">
      <dsp:nvSpPr>
        <dsp:cNvPr id="0" name=""/>
        <dsp:cNvSpPr/>
      </dsp:nvSpPr>
      <dsp:spPr>
        <a:xfrm>
          <a:off x="3004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Testing Scope</a:t>
          </a:r>
          <a:endParaRPr lang="aa-ET" sz="1500" kern="1200"/>
        </a:p>
      </dsp:txBody>
      <dsp:txXfrm>
        <a:off x="32777" y="1800587"/>
        <a:ext cx="1078090" cy="956994"/>
      </dsp:txXfrm>
    </dsp:sp>
    <dsp:sp modelId="{9F922E44-CA70-43F9-96D5-4E4EB1793A06}">
      <dsp:nvSpPr>
        <dsp:cNvPr id="0" name=""/>
        <dsp:cNvSpPr/>
      </dsp:nvSpPr>
      <dsp:spPr>
        <a:xfrm>
          <a:off x="1254403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1254403" y="2194445"/>
        <a:ext cx="168825" cy="169279"/>
      </dsp:txXfrm>
    </dsp:sp>
    <dsp:sp modelId="{0909870E-1D66-4E00-A492-F670EC7E9409}">
      <dsp:nvSpPr>
        <dsp:cNvPr id="0" name=""/>
        <dsp:cNvSpPr/>
      </dsp:nvSpPr>
      <dsp:spPr>
        <a:xfrm>
          <a:off x="1595694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Test Planning</a:t>
          </a:r>
          <a:endParaRPr lang="aa-ET" sz="1500" kern="1200"/>
        </a:p>
      </dsp:txBody>
      <dsp:txXfrm>
        <a:off x="1625467" y="1800587"/>
        <a:ext cx="1078090" cy="956994"/>
      </dsp:txXfrm>
    </dsp:sp>
    <dsp:sp modelId="{39472796-262A-409A-9808-773E752CF6B3}">
      <dsp:nvSpPr>
        <dsp:cNvPr id="0" name=""/>
        <dsp:cNvSpPr/>
      </dsp:nvSpPr>
      <dsp:spPr>
        <a:xfrm>
          <a:off x="2847094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2847094" y="2194445"/>
        <a:ext cx="168825" cy="169279"/>
      </dsp:txXfrm>
    </dsp:sp>
    <dsp:sp modelId="{AE38D2BE-2ACC-4C6C-8CEB-C4AB6EC99D13}">
      <dsp:nvSpPr>
        <dsp:cNvPr id="0" name=""/>
        <dsp:cNvSpPr/>
      </dsp:nvSpPr>
      <dsp:spPr>
        <a:xfrm>
          <a:off x="3188385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Test Preparation</a:t>
          </a:r>
          <a:endParaRPr lang="aa-ET" sz="1500" kern="1200"/>
        </a:p>
      </dsp:txBody>
      <dsp:txXfrm>
        <a:off x="3218158" y="1800587"/>
        <a:ext cx="1078090" cy="956994"/>
      </dsp:txXfrm>
    </dsp:sp>
    <dsp:sp modelId="{8EEF6EF3-B489-456E-A89E-120F620B5193}">
      <dsp:nvSpPr>
        <dsp:cNvPr id="0" name=""/>
        <dsp:cNvSpPr/>
      </dsp:nvSpPr>
      <dsp:spPr>
        <a:xfrm>
          <a:off x="4439785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4439785" y="2194445"/>
        <a:ext cx="168825" cy="169279"/>
      </dsp:txXfrm>
    </dsp:sp>
    <dsp:sp modelId="{51C3AD57-27DD-4956-B2F7-118482C15B16}">
      <dsp:nvSpPr>
        <dsp:cNvPr id="0" name=""/>
        <dsp:cNvSpPr/>
      </dsp:nvSpPr>
      <dsp:spPr>
        <a:xfrm>
          <a:off x="4781076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>
              <a:latin typeface="Calibri Light" panose="020F0302020204030204"/>
            </a:rPr>
            <a:t>Test Execution</a:t>
          </a:r>
          <a:r>
            <a:rPr lang="en-GB" sz="1500" kern="1200"/>
            <a:t> and Defect Reporting</a:t>
          </a:r>
          <a:endParaRPr lang="aa-ET" sz="1500" kern="1200"/>
        </a:p>
      </dsp:txBody>
      <dsp:txXfrm>
        <a:off x="4810849" y="1800587"/>
        <a:ext cx="1078090" cy="956994"/>
      </dsp:txXfrm>
    </dsp:sp>
    <dsp:sp modelId="{EB238F26-4E90-4EC5-AE09-2514CD92CB5B}">
      <dsp:nvSpPr>
        <dsp:cNvPr id="0" name=""/>
        <dsp:cNvSpPr/>
      </dsp:nvSpPr>
      <dsp:spPr>
        <a:xfrm>
          <a:off x="6032476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6032476" y="2194445"/>
        <a:ext cx="168825" cy="169279"/>
      </dsp:txXfrm>
    </dsp:sp>
    <dsp:sp modelId="{F33F9878-321E-43D6-A9DF-79CEFCB30E3C}">
      <dsp:nvSpPr>
        <dsp:cNvPr id="0" name=""/>
        <dsp:cNvSpPr/>
      </dsp:nvSpPr>
      <dsp:spPr>
        <a:xfrm>
          <a:off x="6373767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Defect Closure Decision</a:t>
          </a:r>
          <a:endParaRPr lang="aa-ET" sz="1500" kern="1200"/>
        </a:p>
      </dsp:txBody>
      <dsp:txXfrm>
        <a:off x="6403540" y="1800587"/>
        <a:ext cx="1078090" cy="956994"/>
      </dsp:txXfrm>
    </dsp:sp>
    <dsp:sp modelId="{EF97FBB5-F8A5-4B7F-B1F3-545D934C50DC}">
      <dsp:nvSpPr>
        <dsp:cNvPr id="0" name=""/>
        <dsp:cNvSpPr/>
      </dsp:nvSpPr>
      <dsp:spPr>
        <a:xfrm>
          <a:off x="7625167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7625167" y="2194445"/>
        <a:ext cx="168825" cy="169279"/>
      </dsp:txXfrm>
    </dsp:sp>
    <dsp:sp modelId="{DCEF1212-0D40-4572-874D-E1E99CA2BFB6}">
      <dsp:nvSpPr>
        <dsp:cNvPr id="0" name=""/>
        <dsp:cNvSpPr/>
      </dsp:nvSpPr>
      <dsp:spPr>
        <a:xfrm>
          <a:off x="7966457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Defect Closure</a:t>
          </a:r>
          <a:endParaRPr lang="aa-ET" sz="1500" kern="1200"/>
        </a:p>
      </dsp:txBody>
      <dsp:txXfrm>
        <a:off x="7996230" y="1800587"/>
        <a:ext cx="1078090" cy="956994"/>
      </dsp:txXfrm>
    </dsp:sp>
    <dsp:sp modelId="{A59711DA-F9DE-4D25-8EE5-576E8ABE3C52}">
      <dsp:nvSpPr>
        <dsp:cNvPr id="0" name=""/>
        <dsp:cNvSpPr/>
      </dsp:nvSpPr>
      <dsp:spPr>
        <a:xfrm>
          <a:off x="9217857" y="2138018"/>
          <a:ext cx="241178" cy="282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a-ET" sz="1200" kern="1200"/>
        </a:p>
      </dsp:txBody>
      <dsp:txXfrm>
        <a:off x="9217857" y="2194445"/>
        <a:ext cx="168825" cy="169279"/>
      </dsp:txXfrm>
    </dsp:sp>
    <dsp:sp modelId="{B45AD233-4EEE-4494-A3AF-A4D597E054DE}">
      <dsp:nvSpPr>
        <dsp:cNvPr id="0" name=""/>
        <dsp:cNvSpPr/>
      </dsp:nvSpPr>
      <dsp:spPr>
        <a:xfrm>
          <a:off x="9559148" y="1770814"/>
          <a:ext cx="1137636" cy="1016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/>
            <a:t>Test Closure</a:t>
          </a:r>
          <a:endParaRPr lang="aa-ET" sz="1500" kern="1200"/>
        </a:p>
      </dsp:txBody>
      <dsp:txXfrm>
        <a:off x="9588921" y="1800587"/>
        <a:ext cx="1078090" cy="956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74F47-07C2-4989-BF54-AABF9541092F}">
      <dsp:nvSpPr>
        <dsp:cNvPr id="0" name=""/>
        <dsp:cNvSpPr/>
      </dsp:nvSpPr>
      <dsp:spPr>
        <a:xfrm>
          <a:off x="648881" y="2389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 objective</a:t>
          </a:r>
          <a:endParaRPr lang="en-US" sz="2700" kern="1200"/>
        </a:p>
      </dsp:txBody>
      <dsp:txXfrm>
        <a:off x="648881" y="2389"/>
        <a:ext cx="2143683" cy="1286209"/>
      </dsp:txXfrm>
    </dsp:sp>
    <dsp:sp modelId="{45F7E4DE-B78B-4B0A-AA4A-07D5F5416787}">
      <dsp:nvSpPr>
        <dsp:cNvPr id="0" name=""/>
        <dsp:cNvSpPr/>
      </dsp:nvSpPr>
      <dsp:spPr>
        <a:xfrm>
          <a:off x="3006932" y="2389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Testing Scope</a:t>
          </a:r>
          <a:endParaRPr lang="en-US" sz="2700" kern="1200"/>
        </a:p>
      </dsp:txBody>
      <dsp:txXfrm>
        <a:off x="3006932" y="2389"/>
        <a:ext cx="2143683" cy="1286209"/>
      </dsp:txXfrm>
    </dsp:sp>
    <dsp:sp modelId="{037AAE0E-F84B-4E2D-8C5B-34DE98499D1E}">
      <dsp:nvSpPr>
        <dsp:cNvPr id="0" name=""/>
        <dsp:cNvSpPr/>
      </dsp:nvSpPr>
      <dsp:spPr>
        <a:xfrm>
          <a:off x="5364984" y="2389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Level of Testing</a:t>
          </a:r>
          <a:endParaRPr lang="en-US" sz="2700" kern="1200"/>
        </a:p>
      </dsp:txBody>
      <dsp:txXfrm>
        <a:off x="5364984" y="2389"/>
        <a:ext cx="2143683" cy="1286209"/>
      </dsp:txXfrm>
    </dsp:sp>
    <dsp:sp modelId="{80B32F93-4829-42D2-BC8A-2AF8925E6E14}">
      <dsp:nvSpPr>
        <dsp:cNvPr id="0" name=""/>
        <dsp:cNvSpPr/>
      </dsp:nvSpPr>
      <dsp:spPr>
        <a:xfrm>
          <a:off x="7723035" y="2389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 Deliverables</a:t>
          </a:r>
          <a:endParaRPr lang="en-US" sz="2700" kern="1200"/>
        </a:p>
      </dsp:txBody>
      <dsp:txXfrm>
        <a:off x="7723035" y="2389"/>
        <a:ext cx="2143683" cy="1286209"/>
      </dsp:txXfrm>
    </dsp:sp>
    <dsp:sp modelId="{5562A36F-01CC-4F28-9802-6FAC27AAED1C}">
      <dsp:nvSpPr>
        <dsp:cNvPr id="0" name=""/>
        <dsp:cNvSpPr/>
      </dsp:nvSpPr>
      <dsp:spPr>
        <a:xfrm>
          <a:off x="648881" y="1502968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 Environment</a:t>
          </a:r>
          <a:endParaRPr lang="en-US" sz="2700" kern="1200"/>
        </a:p>
      </dsp:txBody>
      <dsp:txXfrm>
        <a:off x="648881" y="1502968"/>
        <a:ext cx="2143683" cy="1286209"/>
      </dsp:txXfrm>
    </dsp:sp>
    <dsp:sp modelId="{465FA3E3-7CA5-4F61-8EA9-8C2B3D5E7286}">
      <dsp:nvSpPr>
        <dsp:cNvPr id="0" name=""/>
        <dsp:cNvSpPr/>
      </dsp:nvSpPr>
      <dsp:spPr>
        <a:xfrm>
          <a:off x="3006932" y="1502968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 Schedules</a:t>
          </a:r>
          <a:endParaRPr lang="en-US" sz="2700" kern="1200"/>
        </a:p>
      </dsp:txBody>
      <dsp:txXfrm>
        <a:off x="3006932" y="1502968"/>
        <a:ext cx="2143683" cy="1286209"/>
      </dsp:txXfrm>
    </dsp:sp>
    <dsp:sp modelId="{0008173B-0624-4183-A0B1-7319F264262F}">
      <dsp:nvSpPr>
        <dsp:cNvPr id="0" name=""/>
        <dsp:cNvSpPr/>
      </dsp:nvSpPr>
      <dsp:spPr>
        <a:xfrm>
          <a:off x="5364984" y="1502968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Resource Requirement</a:t>
          </a:r>
          <a:endParaRPr lang="en-US" sz="2700" kern="1200"/>
        </a:p>
      </dsp:txBody>
      <dsp:txXfrm>
        <a:off x="5364984" y="1502968"/>
        <a:ext cx="2143683" cy="1286209"/>
      </dsp:txXfrm>
    </dsp:sp>
    <dsp:sp modelId="{8A9522C7-74FF-4F65-8394-49302FED3ECF}">
      <dsp:nvSpPr>
        <dsp:cNvPr id="0" name=""/>
        <dsp:cNvSpPr/>
      </dsp:nvSpPr>
      <dsp:spPr>
        <a:xfrm>
          <a:off x="7723035" y="1502968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Risk Analysis</a:t>
          </a:r>
          <a:endParaRPr lang="en-US" sz="2700" kern="1200"/>
        </a:p>
      </dsp:txBody>
      <dsp:txXfrm>
        <a:off x="7723035" y="1502968"/>
        <a:ext cx="2143683" cy="1286209"/>
      </dsp:txXfrm>
    </dsp:sp>
    <dsp:sp modelId="{7487B351-5A8C-467B-9774-2F7939594FE4}">
      <dsp:nvSpPr>
        <dsp:cNvPr id="0" name=""/>
        <dsp:cNvSpPr/>
      </dsp:nvSpPr>
      <dsp:spPr>
        <a:xfrm>
          <a:off x="1827907" y="3003546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Testing Approach</a:t>
          </a:r>
          <a:endParaRPr lang="en-US" sz="2700" kern="1200"/>
        </a:p>
      </dsp:txBody>
      <dsp:txXfrm>
        <a:off x="1827907" y="3003546"/>
        <a:ext cx="2143683" cy="1286209"/>
      </dsp:txXfrm>
    </dsp:sp>
    <dsp:sp modelId="{D28C774D-5959-4A21-83F5-0EF06CFEC74F}">
      <dsp:nvSpPr>
        <dsp:cNvPr id="0" name=""/>
        <dsp:cNvSpPr/>
      </dsp:nvSpPr>
      <dsp:spPr>
        <a:xfrm>
          <a:off x="4185958" y="3003546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Defect Management</a:t>
          </a:r>
          <a:endParaRPr lang="en-US" sz="2700" kern="1200"/>
        </a:p>
      </dsp:txBody>
      <dsp:txXfrm>
        <a:off x="4185958" y="3003546"/>
        <a:ext cx="2143683" cy="1286209"/>
      </dsp:txXfrm>
    </dsp:sp>
    <dsp:sp modelId="{BD65FA2F-1793-4194-AC32-CFF6A3697DF0}">
      <dsp:nvSpPr>
        <dsp:cNvPr id="0" name=""/>
        <dsp:cNvSpPr/>
      </dsp:nvSpPr>
      <dsp:spPr>
        <a:xfrm>
          <a:off x="6544009" y="3003546"/>
          <a:ext cx="2143683" cy="1286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/>
            <a:t>Test Metrics</a:t>
          </a:r>
          <a:endParaRPr lang="en-US" sz="2700" kern="1200"/>
        </a:p>
      </dsp:txBody>
      <dsp:txXfrm>
        <a:off x="6544009" y="3003546"/>
        <a:ext cx="2143683" cy="1286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invite/b/J1fFnQQL/ATTIb10c885bd9aec6475735ea3165a20149F3308C0F/nrollxper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rello.com/invite/b/J1fFnQQL/ATTIb10c885bd9aec6475735ea3165a20149F3308C0F/nrollxpert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snigdhanath.atlassian.net/wiki/x/VgA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figma.com/proto/3ZQTKfJclc5S4uHLxblpX2/NrollXpert?type=design&amp;node-id=639-3794&amp;t=72q2TQA7IHLTn43W-1&amp;scaling=scale-down&amp;page-id=323:3507&amp;starting-point-node-id=639:4013&amp;mode=desig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nrollxpert.softwa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xmlns="" id="{B7BD7FCF-A254-4A97-A15C-319B67622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xmlns="" id="{52FFAF72-6204-4676-9C6F-9A4CC4D918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768" y="-632883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GB" sz="4400" err="1">
                <a:latin typeface="Century Gothic"/>
              </a:rPr>
              <a:t>NrollXpert</a:t>
            </a:r>
            <a:r>
              <a:rPr lang="en-GB" sz="4400">
                <a:latin typeface="Century Gothic"/>
              </a:rPr>
              <a:t>: Simple Application, Seamless Enrolment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6767" y="4239459"/>
            <a:ext cx="4620584" cy="7754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>
                <a:cs typeface="Calibri"/>
              </a:rPr>
              <a:t>App for continuous feedback in the enrolment process</a:t>
            </a:r>
            <a:endParaRPr lang="en-GB"/>
          </a:p>
        </p:txBody>
      </p:sp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xmlns="" id="{86FAD89F-DC0F-6363-7DB5-D81B7F57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461" y="177030"/>
            <a:ext cx="2536372" cy="1405468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582A9EEC-31FC-CE57-BFA3-6ABABAC4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031" y="1823457"/>
            <a:ext cx="459089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xmlns="" id="{79BB35BC-D5C2-4C8B-A22A-A71E619191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26E6A8-7EE9-282D-17AE-1F532248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918" y="354161"/>
            <a:ext cx="4116385" cy="1094644"/>
          </a:xfrm>
        </p:spPr>
        <p:txBody>
          <a:bodyPr>
            <a:normAutofit/>
          </a:bodyPr>
          <a:lstStyle/>
          <a:p>
            <a:r>
              <a:rPr lang="en-GB" b="1">
                <a:cs typeface="Calibri Light"/>
              </a:rPr>
              <a:t>Project Charter</a:t>
            </a:r>
            <a:endParaRPr lang="en-GB" b="1"/>
          </a:p>
        </p:txBody>
      </p:sp>
      <p:pic>
        <p:nvPicPr>
          <p:cNvPr id="22" name="Picture 21" descr="Rolls of blueprints">
            <a:extLst>
              <a:ext uri="{FF2B5EF4-FFF2-40B4-BE49-F238E27FC236}">
                <a16:creationId xmlns:a16="http://schemas.microsoft.com/office/drawing/2014/main" xmlns="" id="{832A5DD2-9F2B-92A5-22B6-124FDA7049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 r="-1" b="-1"/>
          <a:stretch/>
        </p:blipFill>
        <p:spPr>
          <a:xfrm>
            <a:off x="115142" y="109651"/>
            <a:ext cx="3775730" cy="6392019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C371F1-92EB-D48A-1176-7B1E927F9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989" y="1445210"/>
            <a:ext cx="5147003" cy="56582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cs typeface="Calibri"/>
              </a:rPr>
              <a:t>Project Overview</a:t>
            </a:r>
          </a:p>
          <a:p>
            <a:r>
              <a:rPr lang="en-GB" sz="2400">
                <a:cs typeface="Calibri"/>
              </a:rPr>
              <a:t>Project Objectives</a:t>
            </a:r>
          </a:p>
          <a:p>
            <a:r>
              <a:rPr lang="en-GB" sz="2400">
                <a:cs typeface="Calibri"/>
              </a:rPr>
              <a:t>Scope</a:t>
            </a:r>
          </a:p>
          <a:p>
            <a:r>
              <a:rPr lang="en-GB" sz="2400">
                <a:cs typeface="Calibri"/>
              </a:rPr>
              <a:t>Stakeholder</a:t>
            </a:r>
          </a:p>
          <a:p>
            <a:r>
              <a:rPr lang="en-GB" sz="2400">
                <a:cs typeface="Calibri"/>
              </a:rPr>
              <a:t>Deliverables</a:t>
            </a:r>
          </a:p>
          <a:p>
            <a:r>
              <a:rPr lang="en-GB" sz="2400">
                <a:cs typeface="Calibri"/>
              </a:rPr>
              <a:t>Timeline</a:t>
            </a:r>
          </a:p>
          <a:p>
            <a:r>
              <a:rPr lang="en-GB" sz="2400">
                <a:cs typeface="Calibri"/>
              </a:rPr>
              <a:t>Budget</a:t>
            </a:r>
          </a:p>
          <a:p>
            <a:r>
              <a:rPr lang="en-GB" sz="2400">
                <a:cs typeface="Calibri"/>
              </a:rPr>
              <a:t>Risks</a:t>
            </a:r>
          </a:p>
          <a:p>
            <a:r>
              <a:rPr lang="en-GB" sz="2400">
                <a:cs typeface="Calibri"/>
              </a:rPr>
              <a:t>Quality Assurance</a:t>
            </a:r>
          </a:p>
          <a:p>
            <a:pPr marL="0" indent="0">
              <a:buNone/>
            </a:pPr>
            <a:endParaRPr lang="en-GB" sz="2400">
              <a:cs typeface="Calibri"/>
            </a:endParaRPr>
          </a:p>
          <a:p>
            <a:endParaRPr lang="en-GB" sz="2000">
              <a:cs typeface="Calibri"/>
            </a:endParaRPr>
          </a:p>
          <a:p>
            <a:endParaRPr lang="en-GB" sz="2000">
              <a:cs typeface="Calibri"/>
            </a:endParaRPr>
          </a:p>
          <a:p>
            <a:endParaRPr lang="en-GB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51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xmlns="" id="{F821940F-7A1D-4ACC-85B4-A932898ABB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xmlns="" id="{16674508-81D3-48CF-96BF-7FC60EAA57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AD1AD-1076-7226-9788-2B2C1BF7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67" y="160075"/>
            <a:ext cx="4784796" cy="1330840"/>
          </a:xfrm>
        </p:spPr>
        <p:txBody>
          <a:bodyPr>
            <a:normAutofit/>
          </a:bodyPr>
          <a:lstStyle/>
          <a:p>
            <a:r>
              <a:rPr lang="en-GB" b="1">
                <a:cs typeface="Calibri Light"/>
              </a:rPr>
              <a:t>Project Plan:</a:t>
            </a:r>
            <a:r>
              <a:rPr lang="en-GB">
                <a:cs typeface="Calibri Light"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A321C0-EC81-E130-9F2D-73B9B46A5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67" y="1492404"/>
            <a:ext cx="5496064" cy="429232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GB" sz="2000" b="1">
                <a:cs typeface="Calibri"/>
              </a:rPr>
              <a:t>Project Planning</a:t>
            </a:r>
            <a:endParaRPr lang="en-US" sz="2000">
              <a:ea typeface="Calibri"/>
              <a:cs typeface="Calibri" panose="020F0502020204030204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GB" sz="2000">
                <a:cs typeface="Calibri" panose="020F0502020204030204"/>
              </a:rPr>
              <a:t>Phase 1 (Pre-Planning )</a:t>
            </a:r>
            <a:endParaRPr lang="en-US" sz="2000">
              <a:ea typeface="Calibri"/>
              <a:cs typeface="Calibri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GB" sz="2000">
                <a:cs typeface="Calibri" panose="020F0502020204030204"/>
              </a:rPr>
              <a:t>Phase 2(Sprints Planning )</a:t>
            </a:r>
            <a:endParaRPr lang="en-US" sz="2000">
              <a:ea typeface="Calibri"/>
              <a:cs typeface="Calibri" panose="020F0502020204030204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GB" sz="2000">
                <a:cs typeface="Calibri" panose="020F0502020204030204"/>
              </a:rPr>
              <a:t>Phase 3(Sprints Development)</a:t>
            </a:r>
            <a:endParaRPr lang="en-US" sz="2000">
              <a:ea typeface="Calibri"/>
              <a:cs typeface="Calibri" panose="020F0502020204030204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GB" sz="2000">
                <a:cs typeface="Calibri" panose="020F0502020204030204"/>
              </a:rPr>
              <a:t>Phase 4(Testing)</a:t>
            </a:r>
            <a:endParaRPr lang="en-US" sz="2000">
              <a:ea typeface="Calibri"/>
              <a:cs typeface="Calibri" panose="020F0502020204030204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GB" sz="2000">
                <a:cs typeface="Calibri" panose="020F0502020204030204"/>
              </a:rPr>
              <a:t>Phase 5(Documentation &amp; Deployment)</a:t>
            </a:r>
            <a:endParaRPr lang="en-US" sz="2000">
              <a:ea typeface="Calibri"/>
              <a:cs typeface="Calibri" panose="020F0502020204030204"/>
            </a:endParaRPr>
          </a:p>
          <a:p>
            <a:pPr marL="342900" indent="-342900"/>
            <a:r>
              <a:rPr lang="en-GB" sz="2000" b="1">
                <a:cs typeface="Calibri"/>
              </a:rPr>
              <a:t>Resources</a:t>
            </a:r>
            <a:endParaRPr lang="en-GB" sz="2000" b="1">
              <a:ea typeface="Calibri"/>
              <a:cs typeface="Calibri"/>
            </a:endParaRPr>
          </a:p>
          <a:p>
            <a:pPr marL="342900" indent="-342900"/>
            <a:r>
              <a:rPr lang="en-GB" sz="2000" b="1">
                <a:cs typeface="Calibri"/>
              </a:rPr>
              <a:t>Budget</a:t>
            </a:r>
          </a:p>
          <a:p>
            <a:pPr marL="342900" indent="-342900"/>
            <a:r>
              <a:rPr lang="en-GB" sz="2000" b="1">
                <a:cs typeface="Calibri"/>
              </a:rPr>
              <a:t>Communication Plan</a:t>
            </a:r>
            <a:endParaRPr lang="en-GB" sz="2000" b="1">
              <a:ea typeface="Calibri"/>
              <a:cs typeface="Calibri"/>
            </a:endParaRPr>
          </a:p>
          <a:p>
            <a:pPr marL="0" indent="0">
              <a:buNone/>
            </a:pPr>
            <a:endParaRPr lang="en-GB" sz="1400" b="1">
              <a:cs typeface="Calibri"/>
            </a:endParaRPr>
          </a:p>
          <a:p>
            <a:pPr marL="0" indent="0">
              <a:buNone/>
            </a:pPr>
            <a:endParaRPr lang="en-GB" sz="1400">
              <a:cs typeface="Calibri" panose="020F0502020204030204"/>
            </a:endParaRPr>
          </a:p>
        </p:txBody>
      </p:sp>
      <p:pic>
        <p:nvPicPr>
          <p:cNvPr id="14" name="Picture 13" descr="Calendar on table">
            <a:extLst>
              <a:ext uri="{FF2B5EF4-FFF2-40B4-BE49-F238E27FC236}">
                <a16:creationId xmlns:a16="http://schemas.microsoft.com/office/drawing/2014/main" xmlns="" id="{2CAC4E21-E17A-F7F7-7FD3-0D14BB041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6" r="39087" b="-3"/>
          <a:stretch/>
        </p:blipFill>
        <p:spPr>
          <a:xfrm>
            <a:off x="6880610" y="771217"/>
            <a:ext cx="4737650" cy="533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1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114ED94A-C85D-4CD3-4205-438D21CE6B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E642BDB2-BF67-1D53-1C70-0B41D709E4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8E0D8CE-5DBF-B664-EB48-C29BF8AB48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DFD140CE-7DE2-C88F-5EAE-F45EB69E6A8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557E87E3-413F-10EF-63D8-6016E986C9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BE3584-DB24-9F65-C9B4-52EBA6B5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GB" sz="3200">
                <a:solidFill>
                  <a:srgbClr val="FFFFFF"/>
                </a:solidFill>
                <a:ea typeface="Calibri Light"/>
                <a:cs typeface="Calibri Light"/>
              </a:rPr>
              <a:t>Requirement Gatherings :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6FD3A1-6ADE-70A2-C3D1-FF7E0C9E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Product Vision statement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Product Name 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Description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Product Scope </a:t>
            </a:r>
            <a:endParaRPr lang="en-GB" sz="20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Target Audience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Purpose and Aspiration</a:t>
            </a:r>
          </a:p>
          <a:p>
            <a:pPr marL="0" indent="0">
              <a:buNone/>
            </a:pPr>
            <a:r>
              <a:rPr lang="en-GB" sz="2000">
                <a:solidFill>
                  <a:srgbClr val="FFFFFF"/>
                </a:solidFill>
                <a:ea typeface="Calibri"/>
                <a:cs typeface="Calibri"/>
              </a:rPr>
              <a:t>Functional &amp; Non - Functional  Requirements </a:t>
            </a:r>
          </a:p>
          <a:p>
            <a:pPr>
              <a:buFont typeface="Wingdings" panose="020B0604020202020204" pitchFamily="34" charset="0"/>
              <a:buChar char="Ø"/>
            </a:pPr>
            <a:endParaRPr lang="en-GB" sz="200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xmlns="" id="{AC1F4164-CEEF-1B05-91F4-5C50E2E78B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89" r="1464" b="3"/>
          <a:stretch/>
        </p:blipFill>
        <p:spPr>
          <a:xfrm>
            <a:off x="6356940" y="787114"/>
            <a:ext cx="4703730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8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xmlns="" id="{131BAD53-4E89-4F62-BBB7-26359763ED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66">
            <a:extLst>
              <a:ext uri="{FF2B5EF4-FFF2-40B4-BE49-F238E27FC236}">
                <a16:creationId xmlns:a16="http://schemas.microsoft.com/office/drawing/2014/main" xmlns="" id="{62756DA2-40EB-4C6F-B962-5822FFB54F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2FCCB4-A081-6538-B54E-DED4554BA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 fontScale="90000"/>
          </a:bodyPr>
          <a:lstStyle/>
          <a:p>
            <a:r>
              <a:rPr lang="en-GB" sz="4100">
                <a:ea typeface="Calibri Light"/>
                <a:cs typeface="Calibri Light"/>
              </a:rPr>
              <a:t>Trello Dashboard</a:t>
            </a:r>
            <a:br>
              <a:rPr lang="en-GB" sz="4100">
                <a:ea typeface="Calibri Light"/>
                <a:cs typeface="Calibri Light"/>
              </a:rPr>
            </a:br>
            <a:r>
              <a:rPr lang="en-GB" sz="4100">
                <a:ea typeface="Calibri Light"/>
                <a:cs typeface="Calibri Light"/>
              </a:rPr>
              <a:t>&amp; Sprint Planning</a:t>
            </a:r>
            <a:endParaRPr lang="en-GB" sz="4100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xmlns="" id="{06C8D403-B346-4A5C-00B9-3B9CEABE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1st Sprint (Nov 20th – Jan 4th):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         Goal:</a:t>
            </a:r>
            <a:r>
              <a:rPr lang="en-US" sz="1100">
                <a:ea typeface="Calibri"/>
                <a:cs typeface="Calibri"/>
              </a:rPr>
              <a:t> Prioritized "BROWSING THE PROGRAMS" feature</a:t>
            </a:r>
          </a:p>
          <a:p>
            <a:pPr marL="457200" lvl="1">
              <a:buNone/>
            </a:pPr>
            <a:r>
              <a:rPr lang="en-US" sz="1100">
                <a:ea typeface="Calibri"/>
                <a:cs typeface="Calibri"/>
              </a:rPr>
              <a:t>       </a:t>
            </a:r>
            <a:r>
              <a:rPr lang="en-US" sz="1100" b="1">
                <a:ea typeface="Calibri"/>
                <a:cs typeface="Calibri"/>
              </a:rPr>
              <a:t>  Achievements:</a:t>
            </a:r>
            <a:r>
              <a:rPr lang="en-US" sz="1100">
                <a:ea typeface="Calibri"/>
                <a:cs typeface="Calibri"/>
              </a:rPr>
              <a:t> Completed 6 planned features on time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2nd Sprint (Dec 5th – Dec 18th):</a:t>
            </a:r>
            <a:endParaRPr lang="en-US" sz="1100">
              <a:ea typeface="Calibri"/>
              <a:cs typeface="Calibri"/>
            </a:endParaRP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         Goal:</a:t>
            </a:r>
            <a:r>
              <a:rPr lang="en-US" sz="1100">
                <a:ea typeface="Calibri"/>
                <a:cs typeface="Calibri"/>
              </a:rPr>
              <a:t> Worked on "CHAT FAQ and GUIDE" feature</a:t>
            </a:r>
          </a:p>
          <a:p>
            <a:pPr marL="457200" lvl="1">
              <a:buNone/>
            </a:pPr>
            <a:r>
              <a:rPr lang="en-US" sz="1100">
                <a:ea typeface="Calibri"/>
                <a:cs typeface="Calibri"/>
              </a:rPr>
              <a:t>         </a:t>
            </a:r>
            <a:r>
              <a:rPr lang="en-US" sz="1100" b="1">
                <a:ea typeface="Calibri"/>
                <a:cs typeface="Calibri"/>
              </a:rPr>
              <a:t>Achievements:</a:t>
            </a:r>
            <a:r>
              <a:rPr lang="en-US" sz="1100">
                <a:ea typeface="Calibri"/>
                <a:cs typeface="Calibri"/>
              </a:rPr>
              <a:t> Addressed requirement updates, resolved bugs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3rd Sprint(Dec 19th – Jan 1st):</a:t>
            </a:r>
            <a:endParaRPr lang="en-US" sz="1100">
              <a:ea typeface="Calibri"/>
              <a:cs typeface="Calibri"/>
            </a:endParaRPr>
          </a:p>
          <a:p>
            <a:pPr marL="457200" lvl="1">
              <a:buNone/>
            </a:pPr>
            <a:r>
              <a:rPr lang="en-US" sz="1100">
                <a:ea typeface="Calibri"/>
                <a:cs typeface="Calibri"/>
              </a:rPr>
              <a:t>       </a:t>
            </a:r>
            <a:r>
              <a:rPr lang="en-US" sz="1100" b="1">
                <a:ea typeface="Calibri"/>
                <a:cs typeface="Calibri"/>
              </a:rPr>
              <a:t>  Goal:</a:t>
            </a:r>
            <a:r>
              <a:rPr lang="en-US" sz="1100">
                <a:ea typeface="Calibri"/>
                <a:cs typeface="Calibri"/>
              </a:rPr>
              <a:t> Worked on "APPLICATION " feature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         Achievements:</a:t>
            </a:r>
            <a:r>
              <a:rPr lang="en-US" sz="1100">
                <a:ea typeface="Calibri"/>
                <a:cs typeface="Calibri"/>
              </a:rPr>
              <a:t> Resolved bugs, completed all planned goals 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4th Sprint (Jan 2nd – Jan 11th):</a:t>
            </a:r>
            <a:endParaRPr lang="en-US" sz="1100">
              <a:ea typeface="Calibri"/>
              <a:cs typeface="Calibri"/>
            </a:endParaRP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        Goal: </a:t>
            </a:r>
            <a:r>
              <a:rPr lang="en-US" sz="1100">
                <a:ea typeface="Calibri"/>
                <a:cs typeface="Calibri"/>
              </a:rPr>
              <a:t>Organizing all project aspects</a:t>
            </a:r>
          </a:p>
          <a:p>
            <a:pPr marL="457200" lvl="1">
              <a:buNone/>
            </a:pPr>
            <a:r>
              <a:rPr lang="en-US" sz="1100" b="1">
                <a:ea typeface="Calibri"/>
                <a:cs typeface="Calibri"/>
              </a:rPr>
              <a:t>        Achievements:</a:t>
            </a:r>
            <a:r>
              <a:rPr lang="en-US" sz="1100">
                <a:ea typeface="Calibri"/>
                <a:cs typeface="Calibri"/>
              </a:rPr>
              <a:t> Prototype finalization, documentation, stakeholder presentation preparation</a:t>
            </a:r>
          </a:p>
          <a:p>
            <a:pPr marL="0" indent="0">
              <a:buNone/>
            </a:pP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1100">
              <a:ea typeface="Calibri"/>
              <a:cs typeface="Calibri"/>
            </a:endParaRPr>
          </a:p>
        </p:txBody>
      </p:sp>
      <p:pic>
        <p:nvPicPr>
          <p:cNvPr id="4" name="Content Placeholder 3" descr="A screenshot of a chat&#10;&#10;Description automatically generated">
            <a:extLst>
              <a:ext uri="{FF2B5EF4-FFF2-40B4-BE49-F238E27FC236}">
                <a16:creationId xmlns:a16="http://schemas.microsoft.com/office/drawing/2014/main" xmlns="" id="{3C769C36-D366-5F09-F1F2-082727E8F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9" r="10513"/>
          <a:stretch/>
        </p:blipFill>
        <p:spPr>
          <a:xfrm>
            <a:off x="5445457" y="1749049"/>
            <a:ext cx="6155141" cy="3383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06D35F2-3026-B65C-A3D5-64D9F9DB6062}"/>
              </a:ext>
            </a:extLst>
          </p:cNvPr>
          <p:cNvSpPr txBox="1"/>
          <p:nvPr/>
        </p:nvSpPr>
        <p:spPr>
          <a:xfrm>
            <a:off x="5492150" y="5242943"/>
            <a:ext cx="624648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Trello Board (Public)</a:t>
            </a:r>
          </a:p>
          <a:p>
            <a:r>
              <a:rPr lang="en-US" dirty="0">
                <a:cs typeface="Calibri"/>
                <a:hlinkClick r:id="rId3"/>
              </a:rPr>
              <a:t>https://trello.com/invite/b/J1fFnQQL/ATTIb10c885bd9aec6475735ea3165a20149F3308C0F/nrollxpert</a:t>
            </a:r>
            <a:endParaRPr lang="en-US">
              <a:cs typeface="Calibri"/>
            </a:endParaRPr>
          </a:p>
          <a:p>
            <a:pPr algn="l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85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Slide Background Fill">
            <a:extLst>
              <a:ext uri="{FF2B5EF4-FFF2-40B4-BE49-F238E27FC236}">
                <a16:creationId xmlns:a16="http://schemas.microsoft.com/office/drawing/2014/main" xmlns="" id="{913AE63C-D5B4-45D1-ACFC-648CFFCF98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olor Cover">
            <a:extLst>
              <a:ext uri="{FF2B5EF4-FFF2-40B4-BE49-F238E27FC236}">
                <a16:creationId xmlns:a16="http://schemas.microsoft.com/office/drawing/2014/main" xmlns="" id="{34DE9D20-D6C2-4834-9EE9-EC583F3FE5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D2BEE71A-353E-49B4-9F8D-D2E784E501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24" y="0"/>
            <a:ext cx="6064235" cy="6858000"/>
            <a:chOff x="651279" y="598259"/>
            <a:chExt cx="10889442" cy="5680742"/>
          </a:xfrm>
        </p:grpSpPr>
        <p:sp>
          <p:nvSpPr>
            <p:cNvPr id="49" name="Color">
              <a:extLst>
                <a:ext uri="{FF2B5EF4-FFF2-40B4-BE49-F238E27FC236}">
                  <a16:creationId xmlns:a16="http://schemas.microsoft.com/office/drawing/2014/main" xmlns="" id="{0C9DD877-6006-4DF4-90EE-97EB9CA6B6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olor">
              <a:extLst>
                <a:ext uri="{FF2B5EF4-FFF2-40B4-BE49-F238E27FC236}">
                  <a16:creationId xmlns:a16="http://schemas.microsoft.com/office/drawing/2014/main" xmlns="" id="{380AA621-5EB1-4034-A9BE-9FD3CEC58B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xmlns="" id="{794B25AD-8103-CF58-7513-C8DBAAF86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12" y="579000"/>
            <a:ext cx="3161438" cy="1896863"/>
          </a:xfrm>
          <a:prstGeom prst="rect">
            <a:avLst/>
          </a:prstGeom>
        </p:spPr>
      </p:pic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xmlns="" id="{9129B2E7-85E3-FE5E-CEE9-82CDAADB1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43" y="2498155"/>
            <a:ext cx="3372200" cy="1896863"/>
          </a:xfrm>
          <a:prstGeom prst="rect">
            <a:avLst/>
          </a:prstGeom>
        </p:spPr>
      </p:pic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657E9E52-2663-3A59-BBDE-5DB972BA5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543" y="4653346"/>
            <a:ext cx="4999274" cy="1424793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43F5E015-E085-4624-B431-B424144486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4DDB60AE-8B9C-4BA0-93DC-F8C9EBF6D8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9F247760-BE07-41A2-969E-570081E655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57A70BD2-76FC-4BDD-9E64-3B93D5EF3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xmlns="" id="{AADD9643-5489-42CB-9762-FBAC2AAE9F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09A2C16E-2745-4E3D-BECC-D66755221E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52E5A063-571D-4461-9869-B3E93F6E69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366019AD-E33B-4DBF-BAD3-AE36116031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E2E38D-23C7-1B40-7BEC-1D3F6932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4827936" cy="2587751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Virtual Workplaces</a:t>
            </a:r>
            <a:r>
              <a:rPr lang="en-US" sz="3400" b="1">
                <a:solidFill>
                  <a:schemeClr val="bg1"/>
                </a:solidFill>
              </a:rPr>
              <a:t> </a:t>
            </a:r>
            <a:r>
              <a:rPr lang="en-US" sz="3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Used</a:t>
            </a:r>
            <a:r>
              <a:rPr lang="en-US" sz="3400" b="1">
                <a:solidFill>
                  <a:schemeClr val="bg1"/>
                </a:solidFill>
              </a:rPr>
              <a:t> for the Project</a:t>
            </a:r>
            <a:endParaRPr lang="en-US" sz="3400" b="1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Content Placeholder 9">
            <a:extLst>
              <a:ext uri="{FF2B5EF4-FFF2-40B4-BE49-F238E27FC236}">
                <a16:creationId xmlns:a16="http://schemas.microsoft.com/office/drawing/2014/main" xmlns="" id="{BB123C8C-740A-DF01-600A-596B7D810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58" y="3679168"/>
            <a:ext cx="4827936" cy="2197376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cs typeface="Calibri"/>
              </a:rPr>
              <a:t>Trello Board (Public)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cs typeface="Calibri"/>
                <a:hlinkClick r:id="rId5"/>
              </a:rPr>
              <a:t>https://trello.com/invite/b/J1fFnQQL/ATTIb10c885bd9aec6475735ea3165a20149F3308C0F/nrollxpert</a:t>
            </a:r>
            <a:endParaRPr lang="en-US" sz="1800">
              <a:solidFill>
                <a:srgbClr val="000000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cs typeface="Calibri"/>
            </a:endParaRPr>
          </a:p>
          <a:p>
            <a:endParaRPr lang="en-US" sz="18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73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7301F447-EEF7-48F5-AF73-7566EE7F64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6CA16E-FEA9-EC92-1040-BD4E3F38A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7117410-A2A4-4085-9ADC-46744551DB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9F74EB5-E547-4FB4-95F5-BCC788F3C4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E9542AC-5D5D-60DB-07D5-FBAE94FB4A2D}"/>
              </a:ext>
            </a:extLst>
          </p:cNvPr>
          <p:cNvSpPr/>
          <p:nvPr/>
        </p:nvSpPr>
        <p:spPr>
          <a:xfrm>
            <a:off x="4161873" y="2937594"/>
            <a:ext cx="5068807" cy="1950851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CD66C00B-CAFD-A557-692B-683BD901F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193166"/>
              </p:ext>
            </p:extLst>
          </p:nvPr>
        </p:nvGraphicFramePr>
        <p:xfrm>
          <a:off x="667608" y="1714614"/>
          <a:ext cx="10699789" cy="4558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BA6CC22-48F9-C4EA-47F2-FD5CF1FABD30}"/>
              </a:ext>
            </a:extLst>
          </p:cNvPr>
          <p:cNvSpPr txBox="1"/>
          <p:nvPr/>
        </p:nvSpPr>
        <p:spPr>
          <a:xfrm>
            <a:off x="6001980" y="4956599"/>
            <a:ext cx="119266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spcAft>
                <a:spcPts val="600"/>
              </a:spcAft>
            </a:pPr>
            <a:r>
              <a:rPr lang="en-GB" sz="1404" b="1" kern="120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Sprint wise</a:t>
            </a:r>
            <a:endParaRPr lang="aa-ET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31876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C7141C-7B5C-EEFD-5B9D-C8D9537C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 Plan includes:</a:t>
            </a:r>
            <a:endParaRPr lang="aa-E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047FF19-22FC-C644-C5CD-00F98721AA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292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E11D4C0-1205-BBDE-90F3-E08EEEE20D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9919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882D8E-1476-34F6-BBE6-06C7DFF21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Test Preparation &amp; Execution</a:t>
            </a:r>
            <a:endParaRPr lang="aa-ET" sz="50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xmlns="" id="{650D18FE-0824-4A46-B22C-A86B52E578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86D57A-447F-06FB-3514-0EB6F4D68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Test Cases prepared based on </a:t>
            </a:r>
            <a:r>
              <a:rPr lang="en-GB" sz="2200" b="1"/>
              <a:t>Acceptance Criteria</a:t>
            </a:r>
            <a:r>
              <a:rPr lang="en-GB" sz="2200"/>
              <a:t>.</a:t>
            </a:r>
          </a:p>
          <a:p>
            <a:r>
              <a:rPr lang="en-GB" sz="2200"/>
              <a:t>Development Story, Test cases and bugs linked for easy management.</a:t>
            </a:r>
          </a:p>
          <a:p>
            <a:pPr marL="0" indent="0">
              <a:buNone/>
            </a:pPr>
            <a:endParaRPr lang="aa-ET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E85A160-25A3-33E0-980B-173C200B7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147" y="2036963"/>
            <a:ext cx="6370869" cy="325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0B9EE3F3-89B7-43C3-8651-C4C9683099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0BA4E3-1FF2-E183-39A1-A082B8A3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GB" sz="3400"/>
              <a:t>Test Stories and Defect outline:</a:t>
            </a:r>
            <a:endParaRPr lang="aa-ET" sz="3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3AE4636-AEEC-45D6-84D4-7AC2DA48EC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D9CE0F4-2EB2-4F1F-8AAC-DB3571D9FE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8E8A7F-6AFB-62D9-50DC-636C7B87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/>
              <a:t>Use of Labels</a:t>
            </a:r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>
              <a:ea typeface="Calibri"/>
              <a:cs typeface="Calibri"/>
            </a:endParaRPr>
          </a:p>
          <a:p>
            <a:r>
              <a:rPr lang="en-GB" sz="2000" b="1"/>
              <a:t>Test Stories include</a:t>
            </a:r>
            <a:r>
              <a:rPr lang="en-GB" sz="2000"/>
              <a:t>: Test Description, Test Steps, Expected Results</a:t>
            </a:r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>
              <a:ea typeface="Calibri"/>
              <a:cs typeface="Calibri"/>
            </a:endParaRPr>
          </a:p>
          <a:p>
            <a:r>
              <a:rPr lang="en-GB" sz="2000" b="1"/>
              <a:t>Test bugs Includes: </a:t>
            </a:r>
            <a:r>
              <a:rPr lang="en-GB" sz="2000"/>
              <a:t>Steps to Reproduce, Expected Behaviour and Actual Behaviour</a:t>
            </a:r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aa-ET" sz="140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494F595-A4A5-0D12-8F3F-F1A0D17E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892" y="2153491"/>
            <a:ext cx="6851348" cy="314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23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0BA4E3-1FF2-E183-39A1-A082B8A3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8" y="0"/>
            <a:ext cx="10515600" cy="1325563"/>
          </a:xfrm>
        </p:spPr>
        <p:txBody>
          <a:bodyPr/>
          <a:lstStyle/>
          <a:p>
            <a:r>
              <a:rPr lang="en-GB"/>
              <a:t>Test Stories and Defect outline- cont..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8E8A7F-6AFB-62D9-50DC-636C7B87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" y="120851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/>
              <a:t>Test Checklist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Use of Labels</a:t>
            </a:r>
          </a:p>
          <a:p>
            <a:pPr marL="0" indent="0">
              <a:buNone/>
            </a:pPr>
            <a:r>
              <a:rPr lang="en-GB"/>
              <a:t> </a:t>
            </a:r>
          </a:p>
          <a:p>
            <a:pPr marL="0" indent="0">
              <a:buNone/>
            </a:pPr>
            <a:endParaRPr lang="aa-E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8C6E53-11D9-B5FC-CD18-DE3996151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452" y="1196526"/>
            <a:ext cx="6557920" cy="2232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494F595-A4A5-0D12-8F3F-F1A0D17EF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43" y="4224681"/>
            <a:ext cx="5660571" cy="2328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DA1F87F-C964-2340-0248-3476184E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952" y="3782917"/>
            <a:ext cx="2590933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8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245A9F99-D9B1-4094-A2E2-B90AC1DB7B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7FAF607-473A-4A43-A23D-BBFF5C4117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BAF5F2-B201-8B12-9DF1-6F1F3296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u="sng">
                <a:solidFill>
                  <a:schemeClr val="tx2"/>
                </a:solidFill>
              </a:rPr>
              <a:t>Reporting</a:t>
            </a:r>
            <a:endParaRPr lang="aa-ET" sz="3600" b="1" u="sng">
              <a:solidFill>
                <a:schemeClr val="tx2"/>
              </a:solidFill>
            </a:endParaRPr>
          </a:p>
        </p:txBody>
      </p:sp>
      <p:pic>
        <p:nvPicPr>
          <p:cNvPr id="7" name="Graphic 6" descr="CheckList">
            <a:extLst>
              <a:ext uri="{FF2B5EF4-FFF2-40B4-BE49-F238E27FC236}">
                <a16:creationId xmlns:a16="http://schemas.microsoft.com/office/drawing/2014/main" xmlns="" id="{8A86CA2F-CFFB-599F-F68C-C38B17B6A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529516-F888-F584-E727-C15C70C74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Sprint Wise : Test Summary Report</a:t>
            </a:r>
            <a:endParaRPr lang="en-GB">
              <a:solidFill>
                <a:schemeClr val="tx2"/>
              </a:solidFill>
              <a:ea typeface="Calibri"/>
              <a:cs typeface="Calibri"/>
            </a:endParaRPr>
          </a:p>
          <a:p>
            <a:endParaRPr lang="en-GB">
              <a:solidFill>
                <a:schemeClr val="tx2"/>
              </a:solidFill>
            </a:endParaRPr>
          </a:p>
          <a:p>
            <a:r>
              <a:rPr lang="en-GB">
                <a:solidFill>
                  <a:schemeClr val="tx2"/>
                </a:solidFill>
              </a:rPr>
              <a:t>Sign-Off Report</a:t>
            </a:r>
            <a:endParaRPr lang="aa-ET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C5F6476F-D303-44D3-B30F-1BA348F0F6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C972EB4B-0539-4430-9340-8117B9D7C3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ACA5348F-9FF6-485F-898D-1BED7EC727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33B89F41-1D91-447A-88C5-8A917809FE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062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142D58-6B3F-AB9B-2E44-D61DCBAC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2544FB-8533-B204-D086-25786E4B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cs typeface="Calibri Light"/>
              </a:rPr>
              <a:t>Confluence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56B583D-688E-03A3-A5A3-88B5F23BAEEF}"/>
              </a:ext>
            </a:extLst>
          </p:cNvPr>
          <p:cNvSpPr txBox="1"/>
          <p:nvPr/>
        </p:nvSpPr>
        <p:spPr>
          <a:xfrm>
            <a:off x="694906" y="1945735"/>
            <a:ext cx="4521199" cy="9684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ea typeface="+mn-lt"/>
                <a:cs typeface="+mn-lt"/>
              </a:rPr>
              <a:t>Confluence (We attached pdf but we can also add to space upon request)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ea typeface="+mn-lt"/>
                <a:cs typeface="+mn-lt"/>
                <a:hlinkClick r:id="rId2"/>
              </a:rPr>
              <a:t>https://snigdhanath.atlassian.net/wiki/x/VgAB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4BEBC269-FEE2-C47F-C222-FFA4A9AD7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417" y="1691736"/>
            <a:ext cx="6154675" cy="476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6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866E76-996D-4BBF-73BC-BC9127F8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Prototype (UI/UX)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9BAF04B-8F57-F0DE-005D-B468E39B292E}"/>
              </a:ext>
            </a:extLst>
          </p:cNvPr>
          <p:cNvSpPr txBox="1"/>
          <p:nvPr/>
        </p:nvSpPr>
        <p:spPr>
          <a:xfrm>
            <a:off x="881811" y="1945735"/>
            <a:ext cx="4597879" cy="2621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Please check this Figma (public) file: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2"/>
              </a:rPr>
              <a:t>https://www.figma.com/proto/3ZQTKfJclc5S4uHLxblpX2/NrollXpert?type=design&amp;node-id=639-3794&amp;t=72q2TQA7IHLTn43W-1&amp;scaling=scale-down&amp;page-id=323%3A3507&amp;starting-point-node-id=639%3A4013&amp;mode=design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xmlns="" id="{FC9BAEB2-99CC-09AF-0B04-1B5047CE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038" y="2003246"/>
            <a:ext cx="5997777" cy="427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25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ystem&#10;&#10;Description automatically generated">
            <a:extLst>
              <a:ext uri="{FF2B5EF4-FFF2-40B4-BE49-F238E27FC236}">
                <a16:creationId xmlns:a16="http://schemas.microsoft.com/office/drawing/2014/main" xmlns="" id="{534E73D9-7D4C-E10D-5495-AB770C0E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974" y="360115"/>
            <a:ext cx="8411959" cy="602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3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F87A42-CCDA-9D30-EB93-E2AC6A35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38D316-2446-5033-86FC-33598783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MVP for Main APP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B1A6574-E35F-8C72-C3CA-C13E0D88CA65}"/>
              </a:ext>
            </a:extLst>
          </p:cNvPr>
          <p:cNvSpPr txBox="1"/>
          <p:nvPr/>
        </p:nvSpPr>
        <p:spPr>
          <a:xfrm>
            <a:off x="3671019" y="1471282"/>
            <a:ext cx="354833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  <a:hlinkClick r:id="rId2"/>
              </a:rPr>
              <a:t>https://nrollxpert.software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</p:txBody>
      </p:sp>
      <p:pic>
        <p:nvPicPr>
          <p:cNvPr id="3" name="Picture 2" descr="Screens screenshot of a computer screen&#10;&#10;Description automatically generated">
            <a:extLst>
              <a:ext uri="{FF2B5EF4-FFF2-40B4-BE49-F238E27FC236}">
                <a16:creationId xmlns:a16="http://schemas.microsoft.com/office/drawing/2014/main" xmlns="" id="{D240238D-905C-9517-F152-5A5CD2285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27" y="2046377"/>
            <a:ext cx="5350467" cy="444739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5A10E035-964E-062B-3EA6-E017ABB83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224" y="2046377"/>
            <a:ext cx="5278532" cy="44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8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657F69E0-C4B0-4BEC-A689-4F8D877F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xmlns="" id="{8EF6A34A-7A78-DC71-A1D4-FEC07C2BD2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558" r="-1" b="715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54F4D-E935-3884-469B-D919A708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Thank You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C45142-1255-06F6-4761-B9E32D58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</a:rPr>
              <a:t>Please feel free to ask your question !!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xmlns="" id="{9F6380B4-6A1C-481E-8408-B4E6C75B9B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5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E74BA6BB12224FB5BF7DFC8F43CDB4" ma:contentTypeVersion="9" ma:contentTypeDescription="Create a new document." ma:contentTypeScope="" ma:versionID="61d544ed1a3498d0802a660c8d8a799c">
  <xsd:schema xmlns:xsd="http://www.w3.org/2001/XMLSchema" xmlns:xs="http://www.w3.org/2001/XMLSchema" xmlns:p="http://schemas.microsoft.com/office/2006/metadata/properties" xmlns:ns2="1fbaf466-efc2-4fd6-a35a-f20498fe7a6e" xmlns:ns3="2f7d91b7-90e6-4005-8a53-49f0a11f714e" targetNamespace="http://schemas.microsoft.com/office/2006/metadata/properties" ma:root="true" ma:fieldsID="31644242992c48f9ac79d99b822349c5" ns2:_="" ns3:_="">
    <xsd:import namespace="1fbaf466-efc2-4fd6-a35a-f20498fe7a6e"/>
    <xsd:import namespace="2f7d91b7-90e6-4005-8a53-49f0a11f71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af466-efc2-4fd6-a35a-f20498fe7a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b2170c6a-3c1e-44b5-95ed-5ceb41d8bc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7d91b7-90e6-4005-8a53-49f0a11f714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3983487-f3d2-4483-89a2-8062cd197310}" ma:internalName="TaxCatchAll" ma:showField="CatchAllData" ma:web="2f7d91b7-90e6-4005-8a53-49f0a11f71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baf466-efc2-4fd6-a35a-f20498fe7a6e">
      <Terms xmlns="http://schemas.microsoft.com/office/infopath/2007/PartnerControls"/>
    </lcf76f155ced4ddcb4097134ff3c332f>
    <TaxCatchAll xmlns="2f7d91b7-90e6-4005-8a53-49f0a11f714e" xsi:nil="true"/>
  </documentManagement>
</p:properties>
</file>

<file path=customXml/itemProps1.xml><?xml version="1.0" encoding="utf-8"?>
<ds:datastoreItem xmlns:ds="http://schemas.openxmlformats.org/officeDocument/2006/customXml" ds:itemID="{E6C2F438-7890-4908-ABBB-18772E735FF9}">
  <ds:schemaRefs>
    <ds:schemaRef ds:uri="1fbaf466-efc2-4fd6-a35a-f20498fe7a6e"/>
    <ds:schemaRef ds:uri="2f7d91b7-90e6-4005-8a53-49f0a11f71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528E6A-8E18-429C-BAAC-D7A51F50AA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A69AB6-FEA5-415F-A870-7A494317BF8E}">
  <ds:schemaRefs>
    <ds:schemaRef ds:uri="http://schemas.microsoft.com/office/2006/metadata/properties"/>
    <ds:schemaRef ds:uri="2f7d91b7-90e6-4005-8a53-49f0a11f714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1fbaf466-efc2-4fd6-a35a-f20498fe7a6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260</Words>
  <Application>Microsoft Office PowerPoint</Application>
  <PresentationFormat>Widescreen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Wingdings</vt:lpstr>
      <vt:lpstr>office theme</vt:lpstr>
      <vt:lpstr>NrollXpert: Simple Application, Seamless Enrolment</vt:lpstr>
      <vt:lpstr>Project Charter</vt:lpstr>
      <vt:lpstr>Project Plan: </vt:lpstr>
      <vt:lpstr>Requirement Gatherings :</vt:lpstr>
      <vt:lpstr>Trello Dashboard &amp; Sprint Planning</vt:lpstr>
      <vt:lpstr>Virtual Workplaces Used for the Project</vt:lpstr>
      <vt:lpstr>Testing Process</vt:lpstr>
      <vt:lpstr>Test Plan includes:</vt:lpstr>
      <vt:lpstr>Test Preparation &amp; Execution</vt:lpstr>
      <vt:lpstr>Test Stories and Defect outline:</vt:lpstr>
      <vt:lpstr>Test Stories and Defect outline- cont..</vt:lpstr>
      <vt:lpstr>Reporting</vt:lpstr>
      <vt:lpstr>Confluence</vt:lpstr>
      <vt:lpstr>Prototype (UI/UX)</vt:lpstr>
      <vt:lpstr>PowerPoint Presentation</vt:lpstr>
      <vt:lpstr>MVP for Main APP</vt:lpstr>
      <vt:lpstr>Thank You 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Snigdha Nath</dc:creator>
  <cp:lastModifiedBy>Microsoft account</cp:lastModifiedBy>
  <cp:revision>101</cp:revision>
  <dcterms:created xsi:type="dcterms:W3CDTF">2024-01-03T08:07:26Z</dcterms:created>
  <dcterms:modified xsi:type="dcterms:W3CDTF">2025-08-19T16:42:46Z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0x010100FEE74BA6BB12224FB5BF7DFC8F43CDB4</vt:lpwstr>
  </property>
  <property fmtid="{D5CDD505-2E9C-101B-9397-08002B2CF9AE}" pid="3" name="MediaServiceImageTags">
    <vt:lpwstr/>
  </property>
</Properties>
</file>